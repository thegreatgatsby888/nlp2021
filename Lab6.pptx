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handoutMasterIdLst>
    <p:handoutMasterId r:id="rId15"/>
  </p:handout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rtl="0">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E9F4D-8E30-4F6E-82C4-F1AA2EF35773}" v="86" dt="2021-12-10T11:19:24.853"/>
    <p1510:client id="{620F5F25-DEF4-42BC-AAF1-B739B0D7E380}" v="477" dt="2021-12-10T11:39:02.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6623" autoAdjust="0"/>
  </p:normalViewPr>
  <p:slideViewPr>
    <p:cSldViewPr snapToGrid="0">
      <p:cViewPr varScale="1">
        <p:scale>
          <a:sx n="119" d="100"/>
          <a:sy n="119" d="100"/>
        </p:scale>
        <p:origin x="96" y="192"/>
      </p:cViewPr>
      <p:guideLst>
        <p:guide orient="horz" pos="2160"/>
        <p:guide pos="3840"/>
      </p:guideLst>
    </p:cSldViewPr>
  </p:slideViewPr>
  <p:notesTextViewPr>
    <p:cViewPr>
      <p:scale>
        <a:sx n="1" d="1"/>
        <a:sy n="1" d="1"/>
      </p:scale>
      <p:origin x="0" y="0"/>
    </p:cViewPr>
  </p:notesTextViewPr>
  <p:notesViewPr>
    <p:cSldViewPr snapToGrid="0">
      <p:cViewPr varScale="1">
        <p:scale>
          <a:sx n="93" d="100"/>
          <a:sy n="93" d="100"/>
        </p:scale>
        <p:origin x="370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C1367534-D1D5-456F-B1D6-FD548179E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79B0D1CB-57E0-4EFF-AFA0-A9848EB103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76B471-35F5-40B7-A2A6-EC78275614E4}" type="datetime1">
              <a:rPr lang="ru-RU" smtClean="0"/>
              <a:t>10.12.2021</a:t>
            </a:fld>
            <a:endParaRPr lang="ru-RU"/>
          </a:p>
        </p:txBody>
      </p:sp>
      <p:sp>
        <p:nvSpPr>
          <p:cNvPr id="4" name="Нижний колонтитул 3">
            <a:extLst>
              <a:ext uri="{FF2B5EF4-FFF2-40B4-BE49-F238E27FC236}">
                <a16:creationId xmlns:a16="http://schemas.microsoft.com/office/drawing/2014/main" id="{D4320026-D5FF-46EF-876E-7C91AEAC8F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6EDC01FC-7966-4CC4-8A05-2D341D0B0D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E75D82-BE51-40B7-B005-2096722EF41F}" type="slidenum">
              <a:rPr lang="ru-RU" smtClean="0"/>
              <a:t>‹#›</a:t>
            </a:fld>
            <a:endParaRPr lang="ru-RU"/>
          </a:p>
        </p:txBody>
      </p:sp>
    </p:spTree>
    <p:extLst>
      <p:ext uri="{BB962C8B-B14F-4D97-AF65-F5344CB8AC3E}">
        <p14:creationId xmlns:p14="http://schemas.microsoft.com/office/powerpoint/2010/main" val="30495983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E8CABE-FA11-4B0D-BB13-91F2ECF12F6B}" type="datetime1">
              <a:rPr lang="ru-RU" smtClean="0"/>
              <a:pPr/>
              <a:t>10.12.2021</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Щелкните, чтобы изменить стили текста образца слайда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E47294-2118-4A79-B177-BC7AF8101D7C}" type="slidenum">
              <a:rPr lang="ru-RU" noProof="0" smtClean="0"/>
              <a:t>‹#›</a:t>
            </a:fld>
            <a:endParaRPr lang="ru-RU" noProof="0"/>
          </a:p>
        </p:txBody>
      </p:sp>
    </p:spTree>
    <p:extLst>
      <p:ext uri="{BB962C8B-B14F-4D97-AF65-F5344CB8AC3E}">
        <p14:creationId xmlns:p14="http://schemas.microsoft.com/office/powerpoint/2010/main" val="4203194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71E47294-2118-4A79-B177-BC7AF8101D7C}" type="slidenum">
              <a:rPr lang="ru-RU" smtClean="0"/>
              <a:t>1</a:t>
            </a:fld>
            <a:endParaRPr lang="ru-RU"/>
          </a:p>
        </p:txBody>
      </p:sp>
    </p:spTree>
    <p:extLst>
      <p:ext uri="{BB962C8B-B14F-4D97-AF65-F5344CB8AC3E}">
        <p14:creationId xmlns:p14="http://schemas.microsoft.com/office/powerpoint/2010/main" val="42902082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pic>
        <p:nvPicPr>
          <p:cNvPr id="7" name="Рисунок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Рисунок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Прямоугольник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Прямоугольник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ctrTitle"/>
          </p:nvPr>
        </p:nvSpPr>
        <p:spPr>
          <a:xfrm>
            <a:off x="680322" y="2733709"/>
            <a:ext cx="8144134" cy="1373070"/>
          </a:xfrm>
        </p:spPr>
        <p:txBody>
          <a:bodyPr rtlCol="0" anchor="b">
            <a:noAutofit/>
          </a:bodyPr>
          <a:lstStyle>
            <a:lvl1pPr algn="r">
              <a:defRPr sz="5400"/>
            </a:lvl1pPr>
          </a:lstStyle>
          <a:p>
            <a:pPr rtl="0"/>
            <a:r>
              <a:rPr lang="ru-RU" noProof="0"/>
              <a:t>Образец заголовка</a:t>
            </a:r>
          </a:p>
        </p:txBody>
      </p:sp>
      <p:sp>
        <p:nvSpPr>
          <p:cNvPr id="3" name="Подзаголовок 2"/>
          <p:cNvSpPr>
            <a:spLocks noGrp="1"/>
          </p:cNvSpPr>
          <p:nvPr>
            <p:ph type="subTitle" idx="1"/>
          </p:nvPr>
        </p:nvSpPr>
        <p:spPr>
          <a:xfrm>
            <a:off x="680322" y="4394039"/>
            <a:ext cx="8144134" cy="1117687"/>
          </a:xfrm>
        </p:spPr>
        <p:txBody>
          <a:bodyPr rtlCol="0">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p>
        </p:txBody>
      </p:sp>
      <p:sp>
        <p:nvSpPr>
          <p:cNvPr id="4" name="Дата 3"/>
          <p:cNvSpPr>
            <a:spLocks noGrp="1"/>
          </p:cNvSpPr>
          <p:nvPr>
            <p:ph type="dt" sz="half" idx="10"/>
          </p:nvPr>
        </p:nvSpPr>
        <p:spPr/>
        <p:txBody>
          <a:bodyPr rtlCol="0"/>
          <a:lstStyle/>
          <a:p>
            <a:pPr rtl="0"/>
            <a:fld id="{C81AC289-D77B-4A94-9F28-E26C8698D530}" type="datetime1">
              <a:rPr lang="ru-RU" noProof="0" smtClean="0"/>
              <a:t>10.12.2021</a:t>
            </a:fld>
            <a:endParaRPr lang="ru-RU" noProof="0"/>
          </a:p>
        </p:txBody>
      </p:sp>
      <p:sp>
        <p:nvSpPr>
          <p:cNvPr id="5" name="Нижний колонтитул 4"/>
          <p:cNvSpPr>
            <a:spLocks noGrp="1"/>
          </p:cNvSpPr>
          <p:nvPr>
            <p:ph type="ftr" sz="quarter" idx="11"/>
          </p:nvPr>
        </p:nvSpPr>
        <p:spPr/>
        <p:txBody>
          <a:bodyPr rtlCol="0"/>
          <a:lstStyle/>
          <a:p>
            <a:pPr rtl="0"/>
            <a:endParaRPr lang="ru-RU" noProof="0"/>
          </a:p>
        </p:txBody>
      </p:sp>
      <p:sp>
        <p:nvSpPr>
          <p:cNvPr id="6" name="Номер слайда 5"/>
          <p:cNvSpPr>
            <a:spLocks noGrp="1"/>
          </p:cNvSpPr>
          <p:nvPr>
            <p:ph type="sldNum" sz="quarter" idx="12"/>
          </p:nvPr>
        </p:nvSpPr>
        <p:spPr>
          <a:xfrm>
            <a:off x="9255346" y="2750337"/>
            <a:ext cx="1171888" cy="1356442"/>
          </a:xfrm>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pic>
        <p:nvPicPr>
          <p:cNvPr id="15" name="Рисунок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Рисунок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Прямоугольник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Прямоугольник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p:txBody>
          <a:bodyPr rtlCol="0"/>
          <a:lstStyle/>
          <a:p>
            <a:pPr rtl="0"/>
            <a:r>
              <a:rPr lang="ru-RU" noProof="0"/>
              <a:t>Образец заголовка</a:t>
            </a:r>
          </a:p>
        </p:txBody>
      </p:sp>
      <p:sp>
        <p:nvSpPr>
          <p:cNvPr id="3" name="Объект 2"/>
          <p:cNvSpPr>
            <a:spLocks noGrp="1"/>
          </p:cNvSpPr>
          <p:nvPr>
            <p:ph idx="1"/>
          </p:nvPr>
        </p:nvSpPr>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Дата 3"/>
          <p:cNvSpPr>
            <a:spLocks noGrp="1"/>
          </p:cNvSpPr>
          <p:nvPr>
            <p:ph type="dt" sz="half" idx="10"/>
          </p:nvPr>
        </p:nvSpPr>
        <p:spPr/>
        <p:txBody>
          <a:bodyPr rtlCol="0"/>
          <a:lstStyle/>
          <a:p>
            <a:pPr rtl="0"/>
            <a:fld id="{80B908AA-C87D-40A5-800B-5AC4BFCBC6FA}" type="datetime1">
              <a:rPr lang="ru-RU" noProof="0" smtClean="0"/>
              <a:t>10.12.2021</a:t>
            </a:fld>
            <a:endParaRPr lang="ru-RU" noProof="0"/>
          </a:p>
        </p:txBody>
      </p:sp>
      <p:sp>
        <p:nvSpPr>
          <p:cNvPr id="5" name="Нижний колонтитул 4"/>
          <p:cNvSpPr>
            <a:spLocks noGrp="1"/>
          </p:cNvSpPr>
          <p:nvPr>
            <p:ph type="ftr" sz="quarter" idx="11"/>
          </p:nvPr>
        </p:nvSpPr>
        <p:spPr/>
        <p:txBody>
          <a:bodyPr rtlCol="0"/>
          <a:lstStyle/>
          <a:p>
            <a:pPr rtl="0"/>
            <a:endParaRPr lang="ru-RU" noProof="0"/>
          </a:p>
        </p:txBody>
      </p:sp>
      <p:sp>
        <p:nvSpPr>
          <p:cNvPr id="6" name="Номер слайда 5"/>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pic>
        <p:nvPicPr>
          <p:cNvPr id="7" name="Рисунок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Рисунок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Прямоугольник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Прямоугольник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22" y="2869895"/>
            <a:ext cx="9613860" cy="1090788"/>
          </a:xfrm>
        </p:spPr>
        <p:txBody>
          <a:bodyPr rtlCol="0" anchor="ctr">
            <a:normAutofit/>
          </a:bodyPr>
          <a:lstStyle>
            <a:lvl1pPr algn="r">
              <a:defRPr sz="3600"/>
            </a:lvl1pPr>
          </a:lstStyle>
          <a:p>
            <a:pPr rtl="0"/>
            <a:r>
              <a:rPr lang="ru-RU" noProof="0"/>
              <a:t>Образец заголовка</a:t>
            </a:r>
          </a:p>
        </p:txBody>
      </p:sp>
      <p:sp>
        <p:nvSpPr>
          <p:cNvPr id="3" name="Текст 2"/>
          <p:cNvSpPr>
            <a:spLocks noGrp="1"/>
          </p:cNvSpPr>
          <p:nvPr>
            <p:ph type="body" idx="1"/>
          </p:nvPr>
        </p:nvSpPr>
        <p:spPr>
          <a:xfrm>
            <a:off x="680322" y="4232171"/>
            <a:ext cx="9613860" cy="1704017"/>
          </a:xfrm>
        </p:spPr>
        <p:txBody>
          <a:bodyPr rtlCol="0">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u-RU" noProof="0"/>
              <a:t>Образец текста</a:t>
            </a:r>
          </a:p>
        </p:txBody>
      </p:sp>
      <p:sp>
        <p:nvSpPr>
          <p:cNvPr id="4" name="Дата 3"/>
          <p:cNvSpPr>
            <a:spLocks noGrp="1"/>
          </p:cNvSpPr>
          <p:nvPr>
            <p:ph type="dt" sz="half" idx="10"/>
          </p:nvPr>
        </p:nvSpPr>
        <p:spPr/>
        <p:txBody>
          <a:bodyPr rtlCol="0"/>
          <a:lstStyle/>
          <a:p>
            <a:pPr rtl="0"/>
            <a:fld id="{A2FC1E8D-5879-4ACD-9633-E5E0D0B98617}" type="datetime1">
              <a:rPr lang="ru-RU" noProof="0" smtClean="0"/>
              <a:t>10.12.2021</a:t>
            </a:fld>
            <a:endParaRPr lang="ru-RU" noProof="0"/>
          </a:p>
        </p:txBody>
      </p:sp>
      <p:sp>
        <p:nvSpPr>
          <p:cNvPr id="5" name="Нижний колонтитул 4"/>
          <p:cNvSpPr>
            <a:spLocks noGrp="1"/>
          </p:cNvSpPr>
          <p:nvPr>
            <p:ph type="ftr" sz="quarter" idx="11"/>
          </p:nvPr>
        </p:nvSpPr>
        <p:spPr/>
        <p:txBody>
          <a:bodyPr rtlCol="0"/>
          <a:lstStyle/>
          <a:p>
            <a:pPr rtl="0"/>
            <a:endParaRPr lang="ru-RU" noProof="0"/>
          </a:p>
        </p:txBody>
      </p:sp>
      <p:sp>
        <p:nvSpPr>
          <p:cNvPr id="6" name="Номер слайда 5"/>
          <p:cNvSpPr>
            <a:spLocks noGrp="1"/>
          </p:cNvSpPr>
          <p:nvPr>
            <p:ph type="sldNum" sz="quarter" idx="12"/>
          </p:nvPr>
        </p:nvSpPr>
        <p:spPr>
          <a:xfrm>
            <a:off x="10729455" y="2869895"/>
            <a:ext cx="1154151" cy="1090789"/>
          </a:xfrm>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pic>
        <p:nvPicPr>
          <p:cNvPr id="8" name="Рисунок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Рисунок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Прямоугольник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Прямоугольник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p:txBody>
          <a:bodyPr rtlCol="0"/>
          <a:lstStyle/>
          <a:p>
            <a:pPr rtl="0"/>
            <a:r>
              <a:rPr lang="ru-RU" noProof="0"/>
              <a:t>Образец заголовка</a:t>
            </a:r>
          </a:p>
        </p:txBody>
      </p:sp>
      <p:sp>
        <p:nvSpPr>
          <p:cNvPr id="3" name="Объект 2"/>
          <p:cNvSpPr>
            <a:spLocks noGrp="1"/>
          </p:cNvSpPr>
          <p:nvPr>
            <p:ph sz="half" idx="1"/>
          </p:nvPr>
        </p:nvSpPr>
        <p:spPr>
          <a:xfrm>
            <a:off x="680320" y="2336873"/>
            <a:ext cx="4698358" cy="3599316"/>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Объект 3"/>
          <p:cNvSpPr>
            <a:spLocks noGrp="1"/>
          </p:cNvSpPr>
          <p:nvPr>
            <p:ph sz="half" idx="2"/>
          </p:nvPr>
        </p:nvSpPr>
        <p:spPr>
          <a:xfrm>
            <a:off x="5594123" y="2336873"/>
            <a:ext cx="4700058" cy="3599316"/>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Дата 4"/>
          <p:cNvSpPr>
            <a:spLocks noGrp="1"/>
          </p:cNvSpPr>
          <p:nvPr>
            <p:ph type="dt" sz="half" idx="10"/>
          </p:nvPr>
        </p:nvSpPr>
        <p:spPr/>
        <p:txBody>
          <a:bodyPr rtlCol="0"/>
          <a:lstStyle/>
          <a:p>
            <a:pPr rtl="0"/>
            <a:fld id="{35DAF4AA-F7DC-4DA5-9666-1A7831219AAC}"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10" name="Рисунок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Рисунок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Прямоугольник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Прямоугольник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19" y="753229"/>
            <a:ext cx="9613863" cy="1080937"/>
          </a:xfrm>
        </p:spPr>
        <p:txBody>
          <a:bodyPr rtlCol="0"/>
          <a:lstStyle/>
          <a:p>
            <a:pPr rtl="0"/>
            <a:r>
              <a:rPr lang="ru-RU" noProof="0"/>
              <a:t>Образец заголовка</a:t>
            </a:r>
          </a:p>
        </p:txBody>
      </p:sp>
      <p:sp>
        <p:nvSpPr>
          <p:cNvPr id="3" name="Текст 2"/>
          <p:cNvSpPr>
            <a:spLocks noGrp="1"/>
          </p:cNvSpPr>
          <p:nvPr>
            <p:ph type="body" idx="1"/>
          </p:nvPr>
        </p:nvSpPr>
        <p:spPr>
          <a:xfrm>
            <a:off x="906350" y="2336873"/>
            <a:ext cx="4472327" cy="693135"/>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4" name="Объект 3"/>
          <p:cNvSpPr>
            <a:spLocks noGrp="1"/>
          </p:cNvSpPr>
          <p:nvPr>
            <p:ph sz="half" idx="2"/>
          </p:nvPr>
        </p:nvSpPr>
        <p:spPr>
          <a:xfrm>
            <a:off x="680322" y="3030008"/>
            <a:ext cx="4698355" cy="2906179"/>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Текст 4"/>
          <p:cNvSpPr>
            <a:spLocks noGrp="1"/>
          </p:cNvSpPr>
          <p:nvPr>
            <p:ph type="body" sz="quarter" idx="3"/>
          </p:nvPr>
        </p:nvSpPr>
        <p:spPr>
          <a:xfrm>
            <a:off x="5820154" y="2336873"/>
            <a:ext cx="4474028" cy="692076"/>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6" name="Объект 5"/>
          <p:cNvSpPr>
            <a:spLocks noGrp="1"/>
          </p:cNvSpPr>
          <p:nvPr>
            <p:ph sz="quarter" idx="4"/>
          </p:nvPr>
        </p:nvSpPr>
        <p:spPr>
          <a:xfrm>
            <a:off x="5594123" y="3030008"/>
            <a:ext cx="4700059" cy="2906179"/>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7" name="Дата 6"/>
          <p:cNvSpPr>
            <a:spLocks noGrp="1"/>
          </p:cNvSpPr>
          <p:nvPr>
            <p:ph type="dt" sz="half" idx="10"/>
          </p:nvPr>
        </p:nvSpPr>
        <p:spPr/>
        <p:txBody>
          <a:bodyPr rtlCol="0"/>
          <a:lstStyle/>
          <a:p>
            <a:pPr rtl="0"/>
            <a:fld id="{4D78CC8C-CB33-4B13-A282-0227EB682BFD}" type="datetime1">
              <a:rPr lang="ru-RU" noProof="0" smtClean="0"/>
              <a:t>10.12.2021</a:t>
            </a:fld>
            <a:endParaRPr lang="ru-RU" noProof="0"/>
          </a:p>
        </p:txBody>
      </p:sp>
      <p:sp>
        <p:nvSpPr>
          <p:cNvPr id="8" name="Нижний колонтитул 7"/>
          <p:cNvSpPr>
            <a:spLocks noGrp="1"/>
          </p:cNvSpPr>
          <p:nvPr>
            <p:ph type="ftr" sz="quarter" idx="11"/>
          </p:nvPr>
        </p:nvSpPr>
        <p:spPr/>
        <p:txBody>
          <a:bodyPr rtlCol="0"/>
          <a:lstStyle/>
          <a:p>
            <a:pPr rtl="0"/>
            <a:endParaRPr lang="ru-RU" noProof="0"/>
          </a:p>
        </p:txBody>
      </p:sp>
      <p:sp>
        <p:nvSpPr>
          <p:cNvPr id="9" name="Номер слайда 8"/>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pic>
        <p:nvPicPr>
          <p:cNvPr id="6" name="Рисунок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Рисунок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Прямоугольник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Прямоугольник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p:txBody>
          <a:bodyPr rtlCol="0"/>
          <a:lstStyle/>
          <a:p>
            <a:pPr rtl="0"/>
            <a:r>
              <a:rPr lang="ru-RU" noProof="0"/>
              <a:t>Образец заголовка</a:t>
            </a:r>
          </a:p>
        </p:txBody>
      </p:sp>
      <p:sp>
        <p:nvSpPr>
          <p:cNvPr id="3" name="Дата 2"/>
          <p:cNvSpPr>
            <a:spLocks noGrp="1"/>
          </p:cNvSpPr>
          <p:nvPr>
            <p:ph type="dt" sz="half" idx="10"/>
          </p:nvPr>
        </p:nvSpPr>
        <p:spPr/>
        <p:txBody>
          <a:bodyPr rtlCol="0"/>
          <a:lstStyle/>
          <a:p>
            <a:pPr rtl="0"/>
            <a:fld id="{A9EEDF9A-2323-4AAB-B8A2-19317E655617}" type="datetime1">
              <a:rPr lang="ru-RU" noProof="0" smtClean="0"/>
              <a:t>10.12.2021</a:t>
            </a:fld>
            <a:endParaRPr lang="ru-RU" noProof="0"/>
          </a:p>
        </p:txBody>
      </p:sp>
      <p:sp>
        <p:nvSpPr>
          <p:cNvPr id="4" name="Нижний колонтитул 3"/>
          <p:cNvSpPr>
            <a:spLocks noGrp="1"/>
          </p:cNvSpPr>
          <p:nvPr>
            <p:ph type="ftr" sz="quarter" idx="11"/>
          </p:nvPr>
        </p:nvSpPr>
        <p:spPr/>
        <p:txBody>
          <a:bodyPr rtlCol="0"/>
          <a:lstStyle/>
          <a:p>
            <a:pPr rtl="0"/>
            <a:endParaRPr lang="ru-RU" noProof="0"/>
          </a:p>
        </p:txBody>
      </p:sp>
      <p:sp>
        <p:nvSpPr>
          <p:cNvPr id="5" name="Номер слайда 4"/>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pic>
        <p:nvPicPr>
          <p:cNvPr id="5" name="Рисунок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Прямоугольник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Дата 1"/>
          <p:cNvSpPr>
            <a:spLocks noGrp="1"/>
          </p:cNvSpPr>
          <p:nvPr>
            <p:ph type="dt" sz="half" idx="10"/>
          </p:nvPr>
        </p:nvSpPr>
        <p:spPr/>
        <p:txBody>
          <a:bodyPr rtlCol="0"/>
          <a:lstStyle/>
          <a:p>
            <a:pPr rtl="0"/>
            <a:fld id="{EA33C780-59F9-453C-887D-0EC697EF81E3}" type="datetime1">
              <a:rPr lang="ru-RU" noProof="0" smtClean="0"/>
              <a:t>10.12.2021</a:t>
            </a:fld>
            <a:endParaRPr lang="ru-RU" noProof="0"/>
          </a:p>
        </p:txBody>
      </p:sp>
      <p:sp>
        <p:nvSpPr>
          <p:cNvPr id="3" name="Нижний колонтитул 2"/>
          <p:cNvSpPr>
            <a:spLocks noGrp="1"/>
          </p:cNvSpPr>
          <p:nvPr>
            <p:ph type="ftr" sz="quarter" idx="11"/>
          </p:nvPr>
        </p:nvSpPr>
        <p:spPr/>
        <p:txBody>
          <a:bodyPr rtlCol="0"/>
          <a:lstStyle/>
          <a:p>
            <a:pPr rtl="0"/>
            <a:endParaRPr lang="ru-RU" noProof="0"/>
          </a:p>
        </p:txBody>
      </p:sp>
      <p:sp>
        <p:nvSpPr>
          <p:cNvPr id="4" name="Номер слайда 3"/>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pic>
        <p:nvPicPr>
          <p:cNvPr id="8" name="Рисунок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Рисунок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Прямоугольник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Прямоугольник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21" y="753227"/>
            <a:ext cx="9613859" cy="1080940"/>
          </a:xfrm>
        </p:spPr>
        <p:txBody>
          <a:bodyPr rtlCol="0" anchor="ctr">
            <a:normAutofit/>
          </a:bodyPr>
          <a:lstStyle>
            <a:lvl1pPr>
              <a:defRPr sz="3600"/>
            </a:lvl1pPr>
          </a:lstStyle>
          <a:p>
            <a:pPr rtl="0"/>
            <a:r>
              <a:rPr lang="ru-RU" noProof="0"/>
              <a:t>Образец заголовка</a:t>
            </a:r>
          </a:p>
        </p:txBody>
      </p:sp>
      <p:sp>
        <p:nvSpPr>
          <p:cNvPr id="3" name="Объект 2"/>
          <p:cNvSpPr>
            <a:spLocks noGrp="1"/>
          </p:cNvSpPr>
          <p:nvPr>
            <p:ph idx="1"/>
          </p:nvPr>
        </p:nvSpPr>
        <p:spPr>
          <a:xfrm>
            <a:off x="4685846" y="2336873"/>
            <a:ext cx="5608336" cy="3599313"/>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Текст 3"/>
          <p:cNvSpPr>
            <a:spLocks noGrp="1"/>
          </p:cNvSpPr>
          <p:nvPr>
            <p:ph type="body" sz="half" idx="2"/>
          </p:nvPr>
        </p:nvSpPr>
        <p:spPr>
          <a:xfrm>
            <a:off x="680322" y="2336872"/>
            <a:ext cx="3790078" cy="359931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5" name="Дата 4"/>
          <p:cNvSpPr>
            <a:spLocks noGrp="1"/>
          </p:cNvSpPr>
          <p:nvPr>
            <p:ph type="dt" sz="half" idx="10"/>
          </p:nvPr>
        </p:nvSpPr>
        <p:spPr/>
        <p:txBody>
          <a:bodyPr rtlCol="0"/>
          <a:lstStyle/>
          <a:p>
            <a:pPr rtl="0"/>
            <a:fld id="{3A804E93-A040-4BE8-8A28-D328A13C72CC}"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8" name="Рисунок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Рисунок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Прямоугольник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Прямоугольник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23" y="753228"/>
            <a:ext cx="9613857" cy="1080938"/>
          </a:xfrm>
        </p:spPr>
        <p:txBody>
          <a:bodyPr rtlCol="0" anchor="ctr">
            <a:normAutofit/>
          </a:bodyPr>
          <a:lstStyle>
            <a:lvl1pPr>
              <a:defRPr sz="3600"/>
            </a:lvl1pPr>
          </a:lstStyle>
          <a:p>
            <a:pPr rtl="0"/>
            <a:r>
              <a:rPr lang="ru-RU" noProof="0"/>
              <a:t>Образец заголовка</a:t>
            </a:r>
          </a:p>
        </p:txBody>
      </p:sp>
      <p:sp>
        <p:nvSpPr>
          <p:cNvPr id="3" name="Рисунок 2"/>
          <p:cNvSpPr>
            <a:spLocks noGrp="1" noChangeAspect="1"/>
          </p:cNvSpPr>
          <p:nvPr>
            <p:ph type="pic" idx="1" hasCustomPrompt="1"/>
          </p:nvPr>
        </p:nvSpPr>
        <p:spPr>
          <a:xfrm>
            <a:off x="4868333" y="2336874"/>
            <a:ext cx="5425849" cy="3599312"/>
          </a:xfrm>
          <a:noFill/>
          <a:ln>
            <a:noFill/>
          </a:ln>
          <a:effectLst>
            <a:outerShdw blurRad="76200" dist="63500" dir="5040000" algn="tl" rotWithShape="0">
              <a:srgbClr val="000000">
                <a:alpha val="41000"/>
              </a:srgb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a:t>Щелкните значок, чтобы добавить фото</a:t>
            </a:r>
          </a:p>
        </p:txBody>
      </p:sp>
      <p:sp>
        <p:nvSpPr>
          <p:cNvPr id="4" name="Текст 3"/>
          <p:cNvSpPr>
            <a:spLocks noGrp="1"/>
          </p:cNvSpPr>
          <p:nvPr>
            <p:ph type="body" sz="half" idx="2"/>
          </p:nvPr>
        </p:nvSpPr>
        <p:spPr>
          <a:xfrm>
            <a:off x="680323" y="2336873"/>
            <a:ext cx="3876256" cy="3599315"/>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5" name="Дата 4"/>
          <p:cNvSpPr>
            <a:spLocks noGrp="1"/>
          </p:cNvSpPr>
          <p:nvPr>
            <p:ph type="dt" sz="half" idx="10"/>
          </p:nvPr>
        </p:nvSpPr>
        <p:spPr/>
        <p:txBody>
          <a:bodyPr rtlCol="0"/>
          <a:lstStyle/>
          <a:p>
            <a:pPr rtl="0"/>
            <a:fld id="{1617B1CD-C7CD-4FE9-B533-BB147B642BDB}"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ый рисунок с подписью">
    <p:spTree>
      <p:nvGrpSpPr>
        <p:cNvPr id="1" name=""/>
        <p:cNvGrpSpPr/>
        <p:nvPr/>
      </p:nvGrpSpPr>
      <p:grpSpPr>
        <a:xfrm>
          <a:off x="0" y="0"/>
          <a:ext cx="0" cy="0"/>
          <a:chOff x="0" y="0"/>
          <a:chExt cx="0" cy="0"/>
        </a:xfrm>
      </p:grpSpPr>
      <p:pic>
        <p:nvPicPr>
          <p:cNvPr id="8" name="Рисунок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Рисунок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Прямоугольник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Прямоугольник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22" y="4711616"/>
            <a:ext cx="9613859" cy="453051"/>
          </a:xfrm>
        </p:spPr>
        <p:txBody>
          <a:bodyPr rtlCol="0" anchor="b">
            <a:normAutofit/>
          </a:bodyPr>
          <a:lstStyle>
            <a:lvl1pPr>
              <a:defRPr sz="2400"/>
            </a:lvl1pPr>
          </a:lstStyle>
          <a:p>
            <a:pPr rtl="0"/>
            <a:r>
              <a:rPr lang="ru-RU" noProof="0"/>
              <a:t>Образец заголовка</a:t>
            </a:r>
          </a:p>
        </p:txBody>
      </p:sp>
      <p:sp>
        <p:nvSpPr>
          <p:cNvPr id="3" name="Рисунок 2"/>
          <p:cNvSpPr>
            <a:spLocks noGrp="1" noChangeAspect="1"/>
          </p:cNvSpPr>
          <p:nvPr>
            <p:ph type="pic" idx="1" hasCustomPrompt="1"/>
          </p:nvPr>
        </p:nvSpPr>
        <p:spPr>
          <a:xfrm>
            <a:off x="680322" y="609597"/>
            <a:ext cx="9613859" cy="3589575"/>
          </a:xfrm>
          <a:noFill/>
          <a:ln>
            <a:noFill/>
          </a:ln>
          <a:effectLst>
            <a:outerShdw blurRad="76200" dist="63500" dir="5040000" algn="tl" rotWithShape="0">
              <a:srgbClr val="000000">
                <a:alpha val="41000"/>
              </a:srgb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a:t>Щелкните значок, чтобы добавить фото</a:t>
            </a:r>
          </a:p>
        </p:txBody>
      </p:sp>
      <p:sp>
        <p:nvSpPr>
          <p:cNvPr id="4" name="Текст 3"/>
          <p:cNvSpPr>
            <a:spLocks noGrp="1"/>
          </p:cNvSpPr>
          <p:nvPr>
            <p:ph type="body" sz="half" idx="2"/>
          </p:nvPr>
        </p:nvSpPr>
        <p:spPr>
          <a:xfrm>
            <a:off x="680319" y="5169583"/>
            <a:ext cx="9613862" cy="622971"/>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5" name="Дата 4"/>
          <p:cNvSpPr>
            <a:spLocks noGrp="1"/>
          </p:cNvSpPr>
          <p:nvPr>
            <p:ph type="dt" sz="half" idx="10"/>
          </p:nvPr>
        </p:nvSpPr>
        <p:spPr/>
        <p:txBody>
          <a:bodyPr rtlCol="0"/>
          <a:lstStyle/>
          <a:p>
            <a:pPr rtl="0"/>
            <a:fld id="{CA83C50B-24F1-4BF1-8EE1-143E2CFD9024}"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a:xfrm>
            <a:off x="10729455" y="4711309"/>
            <a:ext cx="1154151" cy="1090789"/>
          </a:xfrm>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pic>
        <p:nvPicPr>
          <p:cNvPr id="8" name="Рисунок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Рисунок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Прямоугольник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Прямоугольник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22" y="609597"/>
            <a:ext cx="9613858" cy="3592750"/>
          </a:xfrm>
        </p:spPr>
        <p:txBody>
          <a:bodyPr rtlCol="0" anchor="ctr"/>
          <a:lstStyle>
            <a:lvl1pPr>
              <a:defRPr sz="3200"/>
            </a:lvl1pPr>
          </a:lstStyle>
          <a:p>
            <a:pPr rtl="0"/>
            <a:r>
              <a:rPr lang="ru-RU" noProof="0"/>
              <a:t>Образец заголовка</a:t>
            </a:r>
          </a:p>
        </p:txBody>
      </p:sp>
      <p:sp>
        <p:nvSpPr>
          <p:cNvPr id="4" name="Текст 3"/>
          <p:cNvSpPr>
            <a:spLocks noGrp="1"/>
          </p:cNvSpPr>
          <p:nvPr>
            <p:ph type="body" sz="half" idx="2"/>
          </p:nvPr>
        </p:nvSpPr>
        <p:spPr>
          <a:xfrm>
            <a:off x="680322" y="4711615"/>
            <a:ext cx="9613859" cy="1090789"/>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5" name="Дата 4"/>
          <p:cNvSpPr>
            <a:spLocks noGrp="1"/>
          </p:cNvSpPr>
          <p:nvPr>
            <p:ph type="dt" sz="half" idx="10"/>
          </p:nvPr>
        </p:nvSpPr>
        <p:spPr/>
        <p:txBody>
          <a:bodyPr rtlCol="0"/>
          <a:lstStyle/>
          <a:p>
            <a:pPr rtl="0"/>
            <a:fld id="{280A4EEB-792A-4BB5-97AB-C8C9573647F9}"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a:xfrm>
            <a:off x="10729455" y="4711615"/>
            <a:ext cx="1154151" cy="1090789"/>
          </a:xfrm>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pic>
        <p:nvPicPr>
          <p:cNvPr id="11" name="Рисунок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Рисунок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Прямоугольник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Прямоугольник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1127856" y="609598"/>
            <a:ext cx="8718877" cy="3036061"/>
          </a:xfrm>
        </p:spPr>
        <p:txBody>
          <a:bodyPr rtlCol="0" anchor="ctr"/>
          <a:lstStyle>
            <a:lvl1pPr>
              <a:defRPr sz="3200"/>
            </a:lvl1pPr>
          </a:lstStyle>
          <a:p>
            <a:pPr rtl="0"/>
            <a:r>
              <a:rPr lang="ru-RU" noProof="0"/>
              <a:t>Образец заголовка</a:t>
            </a:r>
          </a:p>
        </p:txBody>
      </p:sp>
      <p:sp>
        <p:nvSpPr>
          <p:cNvPr id="12" name="Текст 3"/>
          <p:cNvSpPr>
            <a:spLocks noGrp="1"/>
          </p:cNvSpPr>
          <p:nvPr>
            <p:ph type="body" sz="half" idx="13"/>
          </p:nvPr>
        </p:nvSpPr>
        <p:spPr>
          <a:xfrm>
            <a:off x="1402288" y="3653379"/>
            <a:ext cx="815657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4" name="Текст 3"/>
          <p:cNvSpPr>
            <a:spLocks noGrp="1"/>
          </p:cNvSpPr>
          <p:nvPr>
            <p:ph type="body" sz="half" idx="2"/>
          </p:nvPr>
        </p:nvSpPr>
        <p:spPr>
          <a:xfrm>
            <a:off x="680322" y="4711615"/>
            <a:ext cx="9613859" cy="1090789"/>
          </a:xfrm>
        </p:spPr>
        <p:txBody>
          <a:bodyPr rtlCol="0"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5" name="Дата 4"/>
          <p:cNvSpPr>
            <a:spLocks noGrp="1"/>
          </p:cNvSpPr>
          <p:nvPr>
            <p:ph type="dt" sz="half" idx="10"/>
          </p:nvPr>
        </p:nvSpPr>
        <p:spPr/>
        <p:txBody>
          <a:bodyPr rtlCol="0"/>
          <a:lstStyle/>
          <a:p>
            <a:pPr rtl="0"/>
            <a:fld id="{53862510-2326-4211-BF9A-9EEEB3283D80}"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a:xfrm>
            <a:off x="10729455" y="4709925"/>
            <a:ext cx="1154151" cy="1090789"/>
          </a:xfrm>
        </p:spPr>
        <p:txBody>
          <a:bodyPr rtlCol="0"/>
          <a:lstStyle/>
          <a:p>
            <a:pPr rtl="0"/>
            <a:fld id="{6D22F896-40B5-4ADD-8801-0D06FADFA095}" type="slidenum">
              <a:rPr lang="ru-RU" noProof="0" smtClean="0"/>
              <a:t>‹#›</a:t>
            </a:fld>
            <a:endParaRPr lang="ru-RU" noProof="0"/>
          </a:p>
        </p:txBody>
      </p:sp>
      <p:sp>
        <p:nvSpPr>
          <p:cNvPr id="16" name="Надпись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ru-RU" sz="7200" noProof="0">
                <a:solidFill>
                  <a:schemeClr val="tx1"/>
                </a:solidFill>
                <a:effectLst/>
              </a:rPr>
              <a:t>«</a:t>
            </a:r>
          </a:p>
        </p:txBody>
      </p:sp>
      <p:sp>
        <p:nvSpPr>
          <p:cNvPr id="17" name="Надпись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ru-RU" sz="7200" noProof="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pic>
        <p:nvPicPr>
          <p:cNvPr id="9" name="Рисунок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Рисунок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Прямоугольник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Прямоугольник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a:xfrm>
            <a:off x="680319" y="4711615"/>
            <a:ext cx="9613862" cy="588535"/>
          </a:xfrm>
        </p:spPr>
        <p:txBody>
          <a:bodyPr rtlCol="0" anchor="b"/>
          <a:lstStyle>
            <a:lvl1pPr>
              <a:defRPr sz="3200"/>
            </a:lvl1pPr>
          </a:lstStyle>
          <a:p>
            <a:pPr rtl="0"/>
            <a:r>
              <a:rPr lang="ru-RU" noProof="0"/>
              <a:t>Образец заголовка</a:t>
            </a:r>
          </a:p>
        </p:txBody>
      </p:sp>
      <p:sp>
        <p:nvSpPr>
          <p:cNvPr id="4" name="Текст 3"/>
          <p:cNvSpPr>
            <a:spLocks noGrp="1"/>
          </p:cNvSpPr>
          <p:nvPr>
            <p:ph type="body" sz="half" idx="2"/>
          </p:nvPr>
        </p:nvSpPr>
        <p:spPr>
          <a:xfrm>
            <a:off x="680320" y="5300149"/>
            <a:ext cx="9613862" cy="502255"/>
          </a:xfrm>
        </p:spPr>
        <p:txBody>
          <a:bodyPr rtlCol="0"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a:t>Образец текста</a:t>
            </a:r>
          </a:p>
        </p:txBody>
      </p:sp>
      <p:sp>
        <p:nvSpPr>
          <p:cNvPr id="5" name="Дата 4"/>
          <p:cNvSpPr>
            <a:spLocks noGrp="1"/>
          </p:cNvSpPr>
          <p:nvPr>
            <p:ph type="dt" sz="half" idx="10"/>
          </p:nvPr>
        </p:nvSpPr>
        <p:spPr/>
        <p:txBody>
          <a:bodyPr rtlCol="0"/>
          <a:lstStyle/>
          <a:p>
            <a:pPr rtl="0"/>
            <a:fld id="{71746366-3107-45A3-906D-FC06FD0DA18A}" type="datetime1">
              <a:rPr lang="ru-RU" noProof="0" smtClean="0"/>
              <a:t>10.12.2021</a:t>
            </a:fld>
            <a:endParaRPr lang="ru-RU" noProof="0"/>
          </a:p>
        </p:txBody>
      </p:sp>
      <p:sp>
        <p:nvSpPr>
          <p:cNvPr id="6" name="Нижний колонтитул 5"/>
          <p:cNvSpPr>
            <a:spLocks noGrp="1"/>
          </p:cNvSpPr>
          <p:nvPr>
            <p:ph type="ftr" sz="quarter" idx="11"/>
          </p:nvPr>
        </p:nvSpPr>
        <p:spPr/>
        <p:txBody>
          <a:bodyPr rtlCol="0"/>
          <a:lstStyle/>
          <a:p>
            <a:pPr rtl="0"/>
            <a:endParaRPr lang="ru-RU" noProof="0"/>
          </a:p>
        </p:txBody>
      </p:sp>
      <p:sp>
        <p:nvSpPr>
          <p:cNvPr id="7" name="Номер слайда 6"/>
          <p:cNvSpPr>
            <a:spLocks noGrp="1"/>
          </p:cNvSpPr>
          <p:nvPr>
            <p:ph type="sldNum" sz="quarter" idx="12"/>
          </p:nvPr>
        </p:nvSpPr>
        <p:spPr>
          <a:xfrm>
            <a:off x="10729455" y="4709925"/>
            <a:ext cx="1154151" cy="1090789"/>
          </a:xfrm>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ойной столбец">
    <p:spTree>
      <p:nvGrpSpPr>
        <p:cNvPr id="1" name=""/>
        <p:cNvGrpSpPr/>
        <p:nvPr/>
      </p:nvGrpSpPr>
      <p:grpSpPr>
        <a:xfrm>
          <a:off x="0" y="0"/>
          <a:ext cx="0" cy="0"/>
          <a:chOff x="0" y="0"/>
          <a:chExt cx="0" cy="0"/>
        </a:xfrm>
      </p:grpSpPr>
      <p:pic>
        <p:nvPicPr>
          <p:cNvPr id="13" name="Рисунок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Рисунок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Прямоугольник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Прямоугольник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Заголовок 1"/>
          <p:cNvSpPr>
            <a:spLocks noGrp="1"/>
          </p:cNvSpPr>
          <p:nvPr>
            <p:ph type="title"/>
          </p:nvPr>
        </p:nvSpPr>
        <p:spPr>
          <a:xfrm>
            <a:off x="669222" y="753228"/>
            <a:ext cx="9624960" cy="1080938"/>
          </a:xfrm>
        </p:spPr>
        <p:txBody>
          <a:bodyPr rtlCol="0"/>
          <a:lstStyle/>
          <a:p>
            <a:pPr rtl="0"/>
            <a:r>
              <a:rPr lang="ru-RU" noProof="0"/>
              <a:t>Образец заголовка</a:t>
            </a:r>
          </a:p>
        </p:txBody>
      </p:sp>
      <p:sp>
        <p:nvSpPr>
          <p:cNvPr id="7" name="Текст 2"/>
          <p:cNvSpPr>
            <a:spLocks noGrp="1"/>
          </p:cNvSpPr>
          <p:nvPr>
            <p:ph type="body" idx="1"/>
          </p:nvPr>
        </p:nvSpPr>
        <p:spPr>
          <a:xfrm>
            <a:off x="660946" y="2336873"/>
            <a:ext cx="3070034"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8" name="Текст 3"/>
          <p:cNvSpPr>
            <a:spLocks noGrp="1"/>
          </p:cNvSpPr>
          <p:nvPr>
            <p:ph type="body" sz="half" idx="15"/>
          </p:nvPr>
        </p:nvSpPr>
        <p:spPr>
          <a:xfrm>
            <a:off x="680322" y="3022673"/>
            <a:ext cx="3049702"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a:t>Образец текста</a:t>
            </a:r>
          </a:p>
        </p:txBody>
      </p:sp>
      <p:sp>
        <p:nvSpPr>
          <p:cNvPr id="9" name="Текст 4"/>
          <p:cNvSpPr>
            <a:spLocks noGrp="1"/>
          </p:cNvSpPr>
          <p:nvPr>
            <p:ph type="body" sz="quarter" idx="3"/>
          </p:nvPr>
        </p:nvSpPr>
        <p:spPr>
          <a:xfrm>
            <a:off x="3956025" y="233687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10" name="Текст 3"/>
          <p:cNvSpPr>
            <a:spLocks noGrp="1"/>
          </p:cNvSpPr>
          <p:nvPr>
            <p:ph type="body" sz="half" idx="16"/>
          </p:nvPr>
        </p:nvSpPr>
        <p:spPr>
          <a:xfrm>
            <a:off x="3945470" y="3022673"/>
            <a:ext cx="3063240"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a:t>Образец текста</a:t>
            </a:r>
          </a:p>
        </p:txBody>
      </p:sp>
      <p:sp>
        <p:nvSpPr>
          <p:cNvPr id="11" name="Текст 4"/>
          <p:cNvSpPr>
            <a:spLocks noGrp="1"/>
          </p:cNvSpPr>
          <p:nvPr>
            <p:ph type="body" sz="quarter" idx="13"/>
          </p:nvPr>
        </p:nvSpPr>
        <p:spPr>
          <a:xfrm>
            <a:off x="7224156" y="2336873"/>
            <a:ext cx="307002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12" name="Текст 3"/>
          <p:cNvSpPr>
            <a:spLocks noGrp="1"/>
          </p:cNvSpPr>
          <p:nvPr>
            <p:ph type="body" sz="half" idx="17"/>
          </p:nvPr>
        </p:nvSpPr>
        <p:spPr>
          <a:xfrm>
            <a:off x="7224156" y="3022673"/>
            <a:ext cx="3070025"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a:t>Образец текста</a:t>
            </a:r>
          </a:p>
        </p:txBody>
      </p:sp>
      <p:sp>
        <p:nvSpPr>
          <p:cNvPr id="3" name="Дата 2"/>
          <p:cNvSpPr>
            <a:spLocks noGrp="1"/>
          </p:cNvSpPr>
          <p:nvPr>
            <p:ph type="dt" sz="half" idx="10"/>
          </p:nvPr>
        </p:nvSpPr>
        <p:spPr/>
        <p:txBody>
          <a:bodyPr rtlCol="0"/>
          <a:lstStyle/>
          <a:p>
            <a:pPr rtl="0"/>
            <a:fld id="{8C57E070-D574-4D05-8CCD-E9682BAF1DD7}" type="datetime1">
              <a:rPr lang="ru-RU" noProof="0" smtClean="0"/>
              <a:t>10.12.2021</a:t>
            </a:fld>
            <a:endParaRPr lang="ru-RU" noProof="0"/>
          </a:p>
        </p:txBody>
      </p:sp>
      <p:sp>
        <p:nvSpPr>
          <p:cNvPr id="4" name="Нижний колонтитул 3"/>
          <p:cNvSpPr>
            <a:spLocks noGrp="1"/>
          </p:cNvSpPr>
          <p:nvPr>
            <p:ph type="ftr" sz="quarter" idx="11"/>
          </p:nvPr>
        </p:nvSpPr>
        <p:spPr/>
        <p:txBody>
          <a:bodyPr rtlCol="0"/>
          <a:lstStyle/>
          <a:p>
            <a:pPr rtl="0"/>
            <a:endParaRPr lang="ru-RU" noProof="0"/>
          </a:p>
        </p:txBody>
      </p:sp>
      <p:sp>
        <p:nvSpPr>
          <p:cNvPr id="5" name="Номер слайда 4"/>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pic>
        <p:nvPicPr>
          <p:cNvPr id="15" name="Рисунок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Рисунок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Прямоугольник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Прямоугольник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Заголовок 1"/>
          <p:cNvSpPr>
            <a:spLocks noGrp="1"/>
          </p:cNvSpPr>
          <p:nvPr>
            <p:ph type="title"/>
          </p:nvPr>
        </p:nvSpPr>
        <p:spPr>
          <a:xfrm>
            <a:off x="680322" y="753228"/>
            <a:ext cx="9613860" cy="1080938"/>
          </a:xfrm>
        </p:spPr>
        <p:txBody>
          <a:bodyPr rtlCol="0"/>
          <a:lstStyle/>
          <a:p>
            <a:pPr rtl="0"/>
            <a:r>
              <a:rPr lang="ru-RU" noProof="0"/>
              <a:t>Образец заголовка</a:t>
            </a:r>
          </a:p>
        </p:txBody>
      </p:sp>
      <p:sp>
        <p:nvSpPr>
          <p:cNvPr id="19" name="Текст 2"/>
          <p:cNvSpPr>
            <a:spLocks noGrp="1"/>
          </p:cNvSpPr>
          <p:nvPr>
            <p:ph type="body" idx="1"/>
          </p:nvPr>
        </p:nvSpPr>
        <p:spPr>
          <a:xfrm>
            <a:off x="680318" y="4297503"/>
            <a:ext cx="30497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20" name="Рисунок 2"/>
          <p:cNvSpPr>
            <a:spLocks noGrp="1" noChangeAspect="1"/>
          </p:cNvSpPr>
          <p:nvPr>
            <p:ph type="pic" idx="15" hasCustomPrompt="1"/>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ru-RU" noProof="0"/>
              <a:t>Щелкните значок, чтобы добавить фото</a:t>
            </a:r>
          </a:p>
        </p:txBody>
      </p:sp>
      <p:sp>
        <p:nvSpPr>
          <p:cNvPr id="21" name="Текст 3"/>
          <p:cNvSpPr>
            <a:spLocks noGrp="1"/>
          </p:cNvSpPr>
          <p:nvPr>
            <p:ph type="body" sz="half" idx="18"/>
          </p:nvPr>
        </p:nvSpPr>
        <p:spPr>
          <a:xfrm>
            <a:off x="680318" y="4873765"/>
            <a:ext cx="3049705"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a:t>Образец текста</a:t>
            </a:r>
          </a:p>
        </p:txBody>
      </p:sp>
      <p:sp>
        <p:nvSpPr>
          <p:cNvPr id="22" name="Текст 4"/>
          <p:cNvSpPr>
            <a:spLocks noGrp="1"/>
          </p:cNvSpPr>
          <p:nvPr>
            <p:ph type="body" sz="quarter" idx="3"/>
          </p:nvPr>
        </p:nvSpPr>
        <p:spPr>
          <a:xfrm>
            <a:off x="3945471" y="429750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23" name="Рисунок 2"/>
          <p:cNvSpPr>
            <a:spLocks noGrp="1" noChangeAspect="1"/>
          </p:cNvSpPr>
          <p:nvPr>
            <p:ph type="pic" idx="21" hasCustomPrompt="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ru-RU" noProof="0"/>
              <a:t>Щелкните значок, чтобы добавить фото</a:t>
            </a:r>
          </a:p>
        </p:txBody>
      </p:sp>
      <p:sp>
        <p:nvSpPr>
          <p:cNvPr id="24" name="Текст 3"/>
          <p:cNvSpPr>
            <a:spLocks noGrp="1"/>
          </p:cNvSpPr>
          <p:nvPr>
            <p:ph type="body" sz="half" idx="19"/>
          </p:nvPr>
        </p:nvSpPr>
        <p:spPr>
          <a:xfrm>
            <a:off x="3944117" y="4873764"/>
            <a:ext cx="3067297"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a:t>Образец текста</a:t>
            </a:r>
          </a:p>
        </p:txBody>
      </p:sp>
      <p:sp>
        <p:nvSpPr>
          <p:cNvPr id="25" name="Текст 4"/>
          <p:cNvSpPr>
            <a:spLocks noGrp="1"/>
          </p:cNvSpPr>
          <p:nvPr>
            <p:ph type="body" sz="quarter" idx="13"/>
          </p:nvPr>
        </p:nvSpPr>
        <p:spPr>
          <a:xfrm>
            <a:off x="7230678" y="4297503"/>
            <a:ext cx="30635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26" name="Рисунок 2"/>
          <p:cNvSpPr>
            <a:spLocks noGrp="1" noChangeAspect="1"/>
          </p:cNvSpPr>
          <p:nvPr>
            <p:ph type="pic" idx="22" hasCustomPrompt="1"/>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ru-RU" noProof="0"/>
              <a:t>Щелкните значок, чтобы добавить фото</a:t>
            </a:r>
          </a:p>
        </p:txBody>
      </p:sp>
      <p:sp>
        <p:nvSpPr>
          <p:cNvPr id="27" name="Текст 3"/>
          <p:cNvSpPr>
            <a:spLocks noGrp="1"/>
          </p:cNvSpPr>
          <p:nvPr>
            <p:ph type="body" sz="half" idx="20"/>
          </p:nvPr>
        </p:nvSpPr>
        <p:spPr>
          <a:xfrm>
            <a:off x="7230553" y="4873762"/>
            <a:ext cx="3067563"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a:t>Образец текста</a:t>
            </a:r>
          </a:p>
        </p:txBody>
      </p:sp>
      <p:sp>
        <p:nvSpPr>
          <p:cNvPr id="3" name="Дата 2"/>
          <p:cNvSpPr>
            <a:spLocks noGrp="1"/>
          </p:cNvSpPr>
          <p:nvPr>
            <p:ph type="dt" sz="half" idx="10"/>
          </p:nvPr>
        </p:nvSpPr>
        <p:spPr/>
        <p:txBody>
          <a:bodyPr rtlCol="0"/>
          <a:lstStyle/>
          <a:p>
            <a:pPr rtl="0"/>
            <a:fld id="{FF54D208-D5B4-45EC-A1C9-07D99D6D7D21}" type="datetime1">
              <a:rPr lang="ru-RU" noProof="0" smtClean="0"/>
              <a:t>10.12.2021</a:t>
            </a:fld>
            <a:endParaRPr lang="ru-RU" noProof="0"/>
          </a:p>
        </p:txBody>
      </p:sp>
      <p:sp>
        <p:nvSpPr>
          <p:cNvPr id="4" name="Нижний колонтитул 3"/>
          <p:cNvSpPr>
            <a:spLocks noGrp="1"/>
          </p:cNvSpPr>
          <p:nvPr>
            <p:ph type="ftr" sz="quarter" idx="11"/>
          </p:nvPr>
        </p:nvSpPr>
        <p:spPr/>
        <p:txBody>
          <a:bodyPr rtlCol="0"/>
          <a:lstStyle/>
          <a:p>
            <a:pPr rtl="0"/>
            <a:endParaRPr lang="ru-RU" noProof="0"/>
          </a:p>
        </p:txBody>
      </p:sp>
      <p:sp>
        <p:nvSpPr>
          <p:cNvPr id="5" name="Номер слайда 4"/>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pic>
        <p:nvPicPr>
          <p:cNvPr id="7" name="Рисунок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Рисунок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Прямоугольник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Прямоугольник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p:cNvSpPr>
            <a:spLocks noGrp="1"/>
          </p:cNvSpPr>
          <p:nvPr>
            <p:ph type="title"/>
          </p:nvPr>
        </p:nvSpPr>
        <p:spPr/>
        <p:txBody>
          <a:bodyPr rtlCol="0"/>
          <a:lstStyle>
            <a:lvl1pPr algn="r">
              <a:defRPr/>
            </a:lvl1pPr>
          </a:lstStyle>
          <a:p>
            <a:pPr rtl="0"/>
            <a:r>
              <a:rPr lang="ru-RU" noProof="0"/>
              <a:t>Образец заголовка</a:t>
            </a:r>
          </a:p>
        </p:txBody>
      </p:sp>
      <p:sp>
        <p:nvSpPr>
          <p:cNvPr id="3" name="Вертикальный текст 2"/>
          <p:cNvSpPr>
            <a:spLocks noGrp="1"/>
          </p:cNvSpPr>
          <p:nvPr>
            <p:ph type="body" orient="vert" idx="1"/>
          </p:nvPr>
        </p:nvSpPr>
        <p:spPr/>
        <p:txBody>
          <a:bodyPr vert="eaVert"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Дата 3"/>
          <p:cNvSpPr>
            <a:spLocks noGrp="1"/>
          </p:cNvSpPr>
          <p:nvPr>
            <p:ph type="dt" sz="half" idx="10"/>
          </p:nvPr>
        </p:nvSpPr>
        <p:spPr/>
        <p:txBody>
          <a:bodyPr rtlCol="0"/>
          <a:lstStyle/>
          <a:p>
            <a:pPr rtl="0"/>
            <a:fld id="{23348669-041F-4DEA-83F9-5A7E834EA9EB}" type="datetime1">
              <a:rPr lang="ru-RU" noProof="0" smtClean="0"/>
              <a:t>10.12.2021</a:t>
            </a:fld>
            <a:endParaRPr lang="ru-RU" noProof="0"/>
          </a:p>
        </p:txBody>
      </p:sp>
      <p:sp>
        <p:nvSpPr>
          <p:cNvPr id="5" name="Нижний колонтитул 4"/>
          <p:cNvSpPr>
            <a:spLocks noGrp="1"/>
          </p:cNvSpPr>
          <p:nvPr>
            <p:ph type="ftr" sz="quarter" idx="11"/>
          </p:nvPr>
        </p:nvSpPr>
        <p:spPr/>
        <p:txBody>
          <a:bodyPr rtlCol="0"/>
          <a:lstStyle/>
          <a:p>
            <a:pPr rtl="0"/>
            <a:endParaRPr lang="ru-RU" noProof="0"/>
          </a:p>
        </p:txBody>
      </p:sp>
      <p:sp>
        <p:nvSpPr>
          <p:cNvPr id="6" name="Номер слайда 5"/>
          <p:cNvSpPr>
            <a:spLocks noGrp="1"/>
          </p:cNvSpPr>
          <p:nvPr>
            <p:ph type="sldNum" sz="quarter" idx="12"/>
          </p:nvPr>
        </p:nvSpPr>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7" name="Прямоугольник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Прямоугольник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Вертикальный заголовок 1"/>
          <p:cNvSpPr>
            <a:spLocks noGrp="1"/>
          </p:cNvSpPr>
          <p:nvPr>
            <p:ph type="title" orient="vert"/>
          </p:nvPr>
        </p:nvSpPr>
        <p:spPr>
          <a:xfrm>
            <a:off x="10129231" y="609597"/>
            <a:ext cx="1073802" cy="4353760"/>
          </a:xfrm>
        </p:spPr>
        <p:txBody>
          <a:bodyPr vert="eaVert" rtlCol="0"/>
          <a:lstStyle/>
          <a:p>
            <a:pPr rtl="0"/>
            <a:r>
              <a:rPr lang="ru-RU" noProof="0"/>
              <a:t>Образец заголовка</a:t>
            </a:r>
          </a:p>
        </p:txBody>
      </p:sp>
      <p:sp>
        <p:nvSpPr>
          <p:cNvPr id="3" name="Вертикальный текст 2"/>
          <p:cNvSpPr>
            <a:spLocks noGrp="1"/>
          </p:cNvSpPr>
          <p:nvPr>
            <p:ph type="body" orient="vert" idx="1"/>
          </p:nvPr>
        </p:nvSpPr>
        <p:spPr>
          <a:xfrm>
            <a:off x="680322" y="609597"/>
            <a:ext cx="8870004" cy="5326589"/>
          </a:xfrm>
        </p:spPr>
        <p:txBody>
          <a:bodyPr vert="eaVert"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Дата 3"/>
          <p:cNvSpPr>
            <a:spLocks noGrp="1"/>
          </p:cNvSpPr>
          <p:nvPr>
            <p:ph type="dt" sz="half" idx="10"/>
          </p:nvPr>
        </p:nvSpPr>
        <p:spPr>
          <a:xfrm>
            <a:off x="6807126" y="5936187"/>
            <a:ext cx="2743200" cy="365125"/>
          </a:xfrm>
        </p:spPr>
        <p:txBody>
          <a:bodyPr rtlCol="0"/>
          <a:lstStyle/>
          <a:p>
            <a:pPr rtl="0"/>
            <a:fld id="{A50AF4F3-E8E4-4943-9887-FD704B6DA69B}" type="datetime1">
              <a:rPr lang="ru-RU" noProof="0" smtClean="0"/>
              <a:t>10.12.2021</a:t>
            </a:fld>
            <a:endParaRPr lang="ru-RU" noProof="0"/>
          </a:p>
        </p:txBody>
      </p:sp>
      <p:sp>
        <p:nvSpPr>
          <p:cNvPr id="5" name="Нижний колонтитул 4"/>
          <p:cNvSpPr>
            <a:spLocks noGrp="1"/>
          </p:cNvSpPr>
          <p:nvPr>
            <p:ph type="ftr" sz="quarter" idx="11"/>
          </p:nvPr>
        </p:nvSpPr>
        <p:spPr>
          <a:xfrm>
            <a:off x="680321" y="5936188"/>
            <a:ext cx="6126805" cy="365125"/>
          </a:xfrm>
        </p:spPr>
        <p:txBody>
          <a:bodyPr rtlCol="0"/>
          <a:lstStyle/>
          <a:p>
            <a:pPr rtl="0"/>
            <a:endParaRPr lang="ru-RU" noProof="0"/>
          </a:p>
        </p:txBody>
      </p:sp>
      <p:sp>
        <p:nvSpPr>
          <p:cNvPr id="6" name="Номер слайда 5"/>
          <p:cNvSpPr>
            <a:spLocks noGrp="1"/>
          </p:cNvSpPr>
          <p:nvPr>
            <p:ph type="sldNum" sz="quarter" idx="12"/>
          </p:nvPr>
        </p:nvSpPr>
        <p:spPr>
          <a:xfrm>
            <a:off x="10097550" y="5398633"/>
            <a:ext cx="1154151" cy="1090789"/>
          </a:xfrm>
        </p:spPr>
        <p:txBody>
          <a:bodyPr rtlCol="0" anchor="t"/>
          <a:lstStyle>
            <a:lvl1pPr algn="ctr">
              <a:defRPr/>
            </a:lvl1pPr>
          </a:lstStyle>
          <a:p>
            <a:pPr rtl="0"/>
            <a:fld id="{6D22F896-40B5-4ADD-8801-0D06FADFA095}" type="slidenum">
              <a:rPr lang="ru-RU" noProof="0" smtClean="0"/>
              <a:pPr/>
              <a:t>‹#›</a:t>
            </a:fld>
            <a:endParaRPr lang="ru-RU"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Рисунок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pPr rtl="0"/>
            <a:r>
              <a:rPr lang="ru-RU" noProof="0"/>
              <a:t>Образец заголовка</a:t>
            </a:r>
          </a:p>
        </p:txBody>
      </p:sp>
      <p:sp>
        <p:nvSpPr>
          <p:cNvPr id="3" name="Текст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Дата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2E9A4C71-B0CD-4E5D-A1D3-495C9A442C7A}" type="datetime1">
              <a:rPr lang="ru-RU" noProof="0" smtClean="0"/>
              <a:t>10.12.2021</a:t>
            </a:fld>
            <a:endParaRPr lang="ru-RU" noProof="0" dirty="0"/>
          </a:p>
        </p:txBody>
      </p:sp>
      <p:sp>
        <p:nvSpPr>
          <p:cNvPr id="5" name="Нижний колонтитул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endParaRPr lang="ru-RU" noProof="0"/>
          </a:p>
        </p:txBody>
      </p:sp>
      <p:sp>
        <p:nvSpPr>
          <p:cNvPr id="6" name="Номер слайда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pPr rtl="0"/>
            <a:fld id="{6D22F896-40B5-4ADD-8801-0D06FADFA095}" type="slidenum">
              <a:rPr lang="ru-RU" noProof="0" smtClean="0"/>
              <a:pPr/>
              <a:t>‹#›</a:t>
            </a:fld>
            <a:endParaRPr lang="ru-RU"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rtlCol="0"/>
          <a:lstStyle/>
          <a:p>
            <a:pPr rtl="0"/>
            <a:r>
              <a:rPr lang="ru-RU" dirty="0" err="1"/>
              <a:t>Shazam</a:t>
            </a:r>
          </a:p>
        </p:txBody>
      </p:sp>
      <p:sp>
        <p:nvSpPr>
          <p:cNvPr id="3" name="Подзаголовок 2"/>
          <p:cNvSpPr>
            <a:spLocks noGrp="1"/>
          </p:cNvSpPr>
          <p:nvPr>
            <p:ph type="subTitle" idx="1"/>
          </p:nvPr>
        </p:nvSpPr>
        <p:spPr>
          <a:xfrm>
            <a:off x="8798826" y="5853946"/>
            <a:ext cx="3038023" cy="711762"/>
          </a:xfrm>
        </p:spPr>
        <p:txBody>
          <a:bodyPr vert="horz" lIns="91440" tIns="45720" rIns="91440" bIns="45720" rtlCol="0" anchor="t">
            <a:normAutofit fontScale="92500" lnSpcReduction="10000"/>
          </a:bodyPr>
          <a:lstStyle/>
          <a:p>
            <a:r>
              <a:rPr lang="ru-RU" dirty="0" err="1"/>
              <a:t>Сітко</a:t>
            </a:r>
            <a:r>
              <a:rPr lang="ru-RU" dirty="0"/>
              <a:t> Денис Олегович</a:t>
            </a:r>
          </a:p>
          <a:p>
            <a:r>
              <a:rPr lang="ru-RU" dirty="0"/>
              <a:t>ТШІ - 21</a:t>
            </a:r>
          </a:p>
        </p:txBody>
      </p:sp>
      <p:pic>
        <p:nvPicPr>
          <p:cNvPr id="4" name="Рисунок 4">
            <a:extLst>
              <a:ext uri="{FF2B5EF4-FFF2-40B4-BE49-F238E27FC236}">
                <a16:creationId xmlns:a16="http://schemas.microsoft.com/office/drawing/2014/main" id="{7F04FC8A-8175-4231-8708-76F10AAB6023}"/>
              </a:ext>
            </a:extLst>
          </p:cNvPr>
          <p:cNvPicPr>
            <a:picLocks noChangeAspect="1"/>
          </p:cNvPicPr>
          <p:nvPr/>
        </p:nvPicPr>
        <p:blipFill>
          <a:blip r:embed="rId3"/>
          <a:stretch>
            <a:fillRect/>
          </a:stretch>
        </p:blipFill>
        <p:spPr>
          <a:xfrm>
            <a:off x="3378437" y="2164222"/>
            <a:ext cx="2743200" cy="2743200"/>
          </a:xfrm>
          <a:prstGeom prst="rect">
            <a:avLst/>
          </a:prstGeom>
        </p:spPr>
      </p:pic>
    </p:spTree>
    <p:extLst>
      <p:ext uri="{BB962C8B-B14F-4D97-AF65-F5344CB8AC3E}">
        <p14:creationId xmlns:p14="http://schemas.microsoft.com/office/powerpoint/2010/main" val="4144221"/>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748C3E-536E-4398-87B0-82D538749D0D}"/>
              </a:ext>
            </a:extLst>
          </p:cNvPr>
          <p:cNvSpPr>
            <a:spLocks noGrp="1"/>
          </p:cNvSpPr>
          <p:nvPr>
            <p:ph type="title"/>
          </p:nvPr>
        </p:nvSpPr>
        <p:spPr/>
        <p:txBody>
          <a:bodyPr/>
          <a:lstStyle/>
          <a:p>
            <a:r>
              <a:rPr lang="ru-RU" dirty="0"/>
              <a:t>Характеристика</a:t>
            </a:r>
          </a:p>
        </p:txBody>
      </p:sp>
      <p:sp>
        <p:nvSpPr>
          <p:cNvPr id="3" name="Объект 2">
            <a:extLst>
              <a:ext uri="{FF2B5EF4-FFF2-40B4-BE49-F238E27FC236}">
                <a16:creationId xmlns:a16="http://schemas.microsoft.com/office/drawing/2014/main" id="{23ABCA19-6D02-47CE-B00D-8E202CCFDA08}"/>
              </a:ext>
            </a:extLst>
          </p:cNvPr>
          <p:cNvSpPr>
            <a:spLocks noGrp="1"/>
          </p:cNvSpPr>
          <p:nvPr>
            <p:ph idx="1"/>
          </p:nvPr>
        </p:nvSpPr>
        <p:spPr/>
        <p:txBody>
          <a:bodyPr vert="horz" lIns="91440" tIns="45720" rIns="91440" bIns="45720" rtlCol="0" anchor="t">
            <a:normAutofit/>
          </a:bodyPr>
          <a:lstStyle/>
          <a:p>
            <a:r>
              <a:rPr lang="ru-RU" dirty="0" err="1">
                <a:ea typeface="+mn-lt"/>
                <a:cs typeface="+mn-lt"/>
              </a:rPr>
              <a:t>Програма</a:t>
            </a:r>
            <a:r>
              <a:rPr lang="ru-RU" dirty="0">
                <a:ea typeface="+mn-lt"/>
                <a:cs typeface="+mn-lt"/>
              </a:rPr>
              <a:t> </a:t>
            </a:r>
            <a:r>
              <a:rPr lang="ru-RU" dirty="0" err="1">
                <a:ea typeface="+mn-lt"/>
                <a:cs typeface="+mn-lt"/>
              </a:rPr>
              <a:t>може</a:t>
            </a:r>
            <a:r>
              <a:rPr lang="ru-RU" dirty="0">
                <a:ea typeface="+mn-lt"/>
                <a:cs typeface="+mn-lt"/>
              </a:rPr>
              <a:t> за </a:t>
            </a:r>
            <a:r>
              <a:rPr lang="ru-RU" dirty="0" err="1">
                <a:ea typeface="+mn-lt"/>
                <a:cs typeface="+mn-lt"/>
              </a:rPr>
              <a:t>лічені</a:t>
            </a:r>
            <a:r>
              <a:rPr lang="ru-RU" dirty="0">
                <a:ea typeface="+mn-lt"/>
                <a:cs typeface="+mn-lt"/>
              </a:rPr>
              <a:t> </a:t>
            </a:r>
            <a:r>
              <a:rPr lang="ru-RU" dirty="0" err="1">
                <a:ea typeface="+mn-lt"/>
                <a:cs typeface="+mn-lt"/>
              </a:rPr>
              <a:t>секунди</a:t>
            </a:r>
            <a:r>
              <a:rPr lang="ru-RU" dirty="0">
                <a:ea typeface="+mn-lt"/>
                <a:cs typeface="+mn-lt"/>
              </a:rPr>
              <a:t> </a:t>
            </a:r>
            <a:r>
              <a:rPr lang="ru-RU" dirty="0" err="1">
                <a:ea typeface="+mn-lt"/>
                <a:cs typeface="+mn-lt"/>
              </a:rPr>
              <a:t>розпізнати</a:t>
            </a:r>
            <a:r>
              <a:rPr lang="ru-RU" dirty="0">
                <a:ea typeface="+mn-lt"/>
                <a:cs typeface="+mn-lt"/>
              </a:rPr>
              <a:t> та </a:t>
            </a:r>
            <a:r>
              <a:rPr lang="ru-RU" dirty="0" err="1">
                <a:ea typeface="+mn-lt"/>
                <a:cs typeface="+mn-lt"/>
              </a:rPr>
              <a:t>знайти</a:t>
            </a:r>
            <a:r>
              <a:rPr lang="ru-RU" dirty="0">
                <a:ea typeface="+mn-lt"/>
                <a:cs typeface="+mn-lt"/>
              </a:rPr>
              <a:t> трек, </a:t>
            </a:r>
            <a:r>
              <a:rPr lang="ru-RU" dirty="0" err="1">
                <a:ea typeface="+mn-lt"/>
                <a:cs typeface="+mn-lt"/>
              </a:rPr>
              <a:t>який</a:t>
            </a:r>
            <a:r>
              <a:rPr lang="ru-RU" dirty="0">
                <a:ea typeface="+mn-lt"/>
                <a:cs typeface="+mn-lt"/>
              </a:rPr>
              <a:t> </a:t>
            </a:r>
            <a:r>
              <a:rPr lang="ru-RU" dirty="0" err="1">
                <a:ea typeface="+mn-lt"/>
                <a:cs typeface="+mn-lt"/>
              </a:rPr>
              <a:t>ви</a:t>
            </a:r>
            <a:r>
              <a:rPr lang="ru-RU" dirty="0">
                <a:ea typeface="+mn-lt"/>
                <a:cs typeface="+mn-lt"/>
              </a:rPr>
              <a:t> </a:t>
            </a:r>
            <a:r>
              <a:rPr lang="ru-RU" dirty="0" err="1">
                <a:ea typeface="+mn-lt"/>
                <a:cs typeface="+mn-lt"/>
              </a:rPr>
              <a:t>випадково</a:t>
            </a:r>
            <a:r>
              <a:rPr lang="ru-RU" dirty="0">
                <a:ea typeface="+mn-lt"/>
                <a:cs typeface="+mn-lt"/>
              </a:rPr>
              <a:t> </a:t>
            </a:r>
            <a:r>
              <a:rPr lang="ru-RU" dirty="0" err="1">
                <a:ea typeface="+mn-lt"/>
                <a:cs typeface="+mn-lt"/>
              </a:rPr>
              <a:t>десь</a:t>
            </a:r>
            <a:r>
              <a:rPr lang="ru-RU" dirty="0">
                <a:ea typeface="+mn-lt"/>
                <a:cs typeface="+mn-lt"/>
              </a:rPr>
              <a:t> </a:t>
            </a:r>
            <a:r>
              <a:rPr lang="ru-RU" dirty="0" err="1">
                <a:ea typeface="+mn-lt"/>
                <a:cs typeface="+mn-lt"/>
              </a:rPr>
              <a:t>почули</a:t>
            </a:r>
            <a:r>
              <a:rPr lang="ru-RU" dirty="0">
                <a:ea typeface="+mn-lt"/>
                <a:cs typeface="+mn-lt"/>
              </a:rPr>
              <a:t>.</a:t>
            </a:r>
            <a:endParaRPr lang="ru-RU" dirty="0"/>
          </a:p>
        </p:txBody>
      </p:sp>
    </p:spTree>
    <p:extLst>
      <p:ext uri="{BB962C8B-B14F-4D97-AF65-F5344CB8AC3E}">
        <p14:creationId xmlns:p14="http://schemas.microsoft.com/office/powerpoint/2010/main" val="1452548742"/>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C35A2F-5FAA-43E6-8E7D-F8603A9163D9}"/>
              </a:ext>
            </a:extLst>
          </p:cNvPr>
          <p:cNvSpPr>
            <a:spLocks noGrp="1"/>
          </p:cNvSpPr>
          <p:nvPr>
            <p:ph type="title"/>
          </p:nvPr>
        </p:nvSpPr>
        <p:spPr/>
        <p:txBody>
          <a:bodyPr/>
          <a:lstStyle/>
          <a:p>
            <a:r>
              <a:rPr lang="ru-RU" dirty="0"/>
              <a:t>Алгоритм </a:t>
            </a:r>
            <a:r>
              <a:rPr lang="uk-UA" dirty="0"/>
              <a:t>роботи. 1 крок - </a:t>
            </a:r>
            <a:r>
              <a:rPr lang="uk-UA" dirty="0">
                <a:ea typeface="+mj-lt"/>
                <a:cs typeface="+mj-lt"/>
              </a:rPr>
              <a:t>пошук у базі зліпків пісень.</a:t>
            </a:r>
            <a:endParaRPr lang="uk-UA" dirty="0"/>
          </a:p>
        </p:txBody>
      </p:sp>
      <p:sp>
        <p:nvSpPr>
          <p:cNvPr id="3" name="Объект 2">
            <a:extLst>
              <a:ext uri="{FF2B5EF4-FFF2-40B4-BE49-F238E27FC236}">
                <a16:creationId xmlns:a16="http://schemas.microsoft.com/office/drawing/2014/main" id="{D56D16E7-54B5-4E7C-831E-96FE1777530F}"/>
              </a:ext>
            </a:extLst>
          </p:cNvPr>
          <p:cNvSpPr>
            <a:spLocks noGrp="1"/>
          </p:cNvSpPr>
          <p:nvPr>
            <p:ph idx="1"/>
          </p:nvPr>
        </p:nvSpPr>
        <p:spPr/>
        <p:txBody>
          <a:bodyPr vert="horz" lIns="91440" tIns="45720" rIns="91440" bIns="45720" rtlCol="0" anchor="t">
            <a:normAutofit/>
          </a:bodyPr>
          <a:lstStyle/>
          <a:p>
            <a:r>
              <a:rPr lang="uk-UA" dirty="0">
                <a:ea typeface="+mn-lt"/>
                <a:cs typeface="+mn-lt"/>
              </a:rPr>
              <a:t>Коли ви включаєте </a:t>
            </a:r>
            <a:r>
              <a:rPr lang="uk-UA" dirty="0" err="1">
                <a:ea typeface="+mn-lt"/>
                <a:cs typeface="+mn-lt"/>
              </a:rPr>
              <a:t>Shazam</a:t>
            </a:r>
            <a:r>
              <a:rPr lang="uk-UA" dirty="0">
                <a:ea typeface="+mn-lt"/>
                <a:cs typeface="+mn-lt"/>
              </a:rPr>
              <a:t>, програма записує 10 секундний уривок пісні і відразу переводить його у відбиток. Програма відправляє цей відбиток на спеціальний сервер, де є величезна база таких відбитків. Алгоритм порівнює їх та знаходить потрібну пісню. При цьому програма вміє ігнорувати зайві шуми, які можуть потрапляти на запис. Очищення звуку досягається навіть більш складними технологіями. Алгоритми програми працюють дуже швидко.</a:t>
            </a:r>
            <a:endParaRPr lang="ru-RU" dirty="0"/>
          </a:p>
        </p:txBody>
      </p:sp>
    </p:spTree>
    <p:extLst>
      <p:ext uri="{BB962C8B-B14F-4D97-AF65-F5344CB8AC3E}">
        <p14:creationId xmlns:p14="http://schemas.microsoft.com/office/powerpoint/2010/main" val="65835356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C35A2F-5FAA-43E6-8E7D-F8603A9163D9}"/>
              </a:ext>
            </a:extLst>
          </p:cNvPr>
          <p:cNvSpPr>
            <a:spLocks noGrp="1"/>
          </p:cNvSpPr>
          <p:nvPr>
            <p:ph type="title"/>
          </p:nvPr>
        </p:nvSpPr>
        <p:spPr/>
        <p:txBody>
          <a:bodyPr/>
          <a:lstStyle/>
          <a:p>
            <a:r>
              <a:rPr lang="ru-RU" dirty="0">
                <a:ea typeface="+mj-lt"/>
                <a:cs typeface="+mj-lt"/>
              </a:rPr>
              <a:t>Алгоритм </a:t>
            </a:r>
            <a:r>
              <a:rPr lang="uk-UA" dirty="0"/>
              <a:t>роботи. </a:t>
            </a:r>
            <a:r>
              <a:rPr lang="uk-UA" dirty="0">
                <a:ea typeface="+mj-lt"/>
                <a:cs typeface="+mj-lt"/>
              </a:rPr>
              <a:t>1 крок - </a:t>
            </a:r>
            <a:r>
              <a:rPr lang="uk-UA" dirty="0"/>
              <a:t>пошук у базі зліпків пісень.</a:t>
            </a:r>
            <a:endParaRPr lang="uk-UA" dirty="0">
              <a:ea typeface="+mj-lt"/>
              <a:cs typeface="+mj-lt"/>
            </a:endParaRPr>
          </a:p>
        </p:txBody>
      </p:sp>
      <p:sp>
        <p:nvSpPr>
          <p:cNvPr id="3" name="Объект 2">
            <a:extLst>
              <a:ext uri="{FF2B5EF4-FFF2-40B4-BE49-F238E27FC236}">
                <a16:creationId xmlns:a16="http://schemas.microsoft.com/office/drawing/2014/main" id="{D56D16E7-54B5-4E7C-831E-96FE1777530F}"/>
              </a:ext>
            </a:extLst>
          </p:cNvPr>
          <p:cNvSpPr>
            <a:spLocks noGrp="1"/>
          </p:cNvSpPr>
          <p:nvPr>
            <p:ph idx="1"/>
          </p:nvPr>
        </p:nvSpPr>
        <p:spPr/>
        <p:txBody>
          <a:bodyPr vert="horz" lIns="91440" tIns="45720" rIns="91440" bIns="45720" rtlCol="0" anchor="t">
            <a:normAutofit fontScale="92500" lnSpcReduction="10000"/>
          </a:bodyPr>
          <a:lstStyle/>
          <a:p>
            <a:r>
              <a:rPr lang="uk-UA" dirty="0">
                <a:ea typeface="+mn-lt"/>
                <a:cs typeface="+mn-lt"/>
              </a:rPr>
              <a:t>Почати потрібно з того, що звучання кожної пісні за допомогою комп'ютерних технологій можна представити у вигляді аудіо-відбитка - 2D-спектрограми. На спектрограму впливають частота, інтенсивність та час. Для кожного треку такий відбиток буде індивідуальним. Спектрограми створюються програмою автоматично.</a:t>
            </a:r>
          </a:p>
          <a:p>
            <a:r>
              <a:rPr lang="uk-UA" dirty="0">
                <a:ea typeface="+mn-lt"/>
                <a:cs typeface="+mn-lt"/>
              </a:rPr>
              <a:t>Для виконання пошуку в записаному звуковому файлі на пристрої виконується той самий алгоритм отримання зліпка, щоб створити структуру адрес-значення, але вона трохи відрізняється від тієї, яка на стороні сервера — зі зрозумілих причин тут немає ID пісні:</a:t>
            </a:r>
            <a:endParaRPr lang="uk-UA" dirty="0"/>
          </a:p>
          <a:p>
            <a:pPr lvl="1"/>
            <a:r>
              <a:rPr lang="uk-UA" dirty="0">
                <a:ea typeface="+mn-lt"/>
                <a:cs typeface="+mn-lt"/>
              </a:rPr>
              <a:t>[«Частота опорної точки», «Частота цільової точки», «Різниця у часі між опорною точкою та потрібною точкою»] -&gt; [«Абсолютний час опорної точки в записі»]</a:t>
            </a:r>
            <a:endParaRPr lang="uk-UA"/>
          </a:p>
        </p:txBody>
      </p:sp>
    </p:spTree>
    <p:extLst>
      <p:ext uri="{BB962C8B-B14F-4D97-AF65-F5344CB8AC3E}">
        <p14:creationId xmlns:p14="http://schemas.microsoft.com/office/powerpoint/2010/main" val="4427316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C35A2F-5FAA-43E6-8E7D-F8603A9163D9}"/>
              </a:ext>
            </a:extLst>
          </p:cNvPr>
          <p:cNvSpPr>
            <a:spLocks noGrp="1"/>
          </p:cNvSpPr>
          <p:nvPr>
            <p:ph type="title"/>
          </p:nvPr>
        </p:nvSpPr>
        <p:spPr/>
        <p:txBody>
          <a:bodyPr/>
          <a:lstStyle/>
          <a:p>
            <a:r>
              <a:rPr lang="ru-RU" dirty="0">
                <a:ea typeface="+mj-lt"/>
                <a:cs typeface="+mj-lt"/>
              </a:rPr>
              <a:t>Алгоритм </a:t>
            </a:r>
            <a:r>
              <a:rPr lang="uk-UA" dirty="0"/>
              <a:t>роботи. </a:t>
            </a:r>
            <a:r>
              <a:rPr lang="uk-UA" dirty="0">
                <a:ea typeface="+mj-lt"/>
                <a:cs typeface="+mj-lt"/>
              </a:rPr>
              <a:t>1 крок - </a:t>
            </a:r>
            <a:r>
              <a:rPr lang="uk-UA" dirty="0"/>
              <a:t>пошук у базі зліпків пісень.</a:t>
            </a:r>
            <a:endParaRPr lang="uk-UA" dirty="0">
              <a:ea typeface="+mj-lt"/>
              <a:cs typeface="+mj-lt"/>
            </a:endParaRPr>
          </a:p>
        </p:txBody>
      </p:sp>
      <p:sp>
        <p:nvSpPr>
          <p:cNvPr id="3" name="Объект 2">
            <a:extLst>
              <a:ext uri="{FF2B5EF4-FFF2-40B4-BE49-F238E27FC236}">
                <a16:creationId xmlns:a16="http://schemas.microsoft.com/office/drawing/2014/main" id="{D56D16E7-54B5-4E7C-831E-96FE1777530F}"/>
              </a:ext>
            </a:extLst>
          </p:cNvPr>
          <p:cNvSpPr>
            <a:spLocks noGrp="1"/>
          </p:cNvSpPr>
          <p:nvPr>
            <p:ph idx="1"/>
          </p:nvPr>
        </p:nvSpPr>
        <p:spPr>
          <a:xfrm>
            <a:off x="680321" y="2336873"/>
            <a:ext cx="9613861" cy="3987596"/>
          </a:xfrm>
        </p:spPr>
        <p:txBody>
          <a:bodyPr vert="horz" lIns="91440" tIns="45720" rIns="91440" bIns="45720" rtlCol="0" anchor="t">
            <a:normAutofit fontScale="92500" lnSpcReduction="20000"/>
          </a:bodyPr>
          <a:lstStyle/>
          <a:p>
            <a:r>
              <a:rPr lang="uk-UA" dirty="0">
                <a:ea typeface="+mn-lt"/>
                <a:cs typeface="+mn-lt"/>
              </a:rPr>
              <a:t>Потім ці дані відправляються на сервер в </a:t>
            </a:r>
            <a:r>
              <a:rPr lang="uk-UA" dirty="0" err="1">
                <a:ea typeface="+mn-lt"/>
                <a:cs typeface="+mn-lt"/>
              </a:rPr>
              <a:t>Shazam</a:t>
            </a:r>
            <a:r>
              <a:rPr lang="uk-UA" dirty="0">
                <a:ea typeface="+mn-lt"/>
                <a:cs typeface="+mn-lt"/>
              </a:rPr>
              <a:t>. Якщо у нас як і раніше 300 точок на 10-секундній спектрограмі і розмір цільової зони становить 5 точок, то </a:t>
            </a:r>
            <a:r>
              <a:rPr lang="uk-UA" dirty="0" err="1">
                <a:ea typeface="+mn-lt"/>
                <a:cs typeface="+mn-lt"/>
              </a:rPr>
              <a:t>Shazam</a:t>
            </a:r>
            <a:r>
              <a:rPr lang="uk-UA" dirty="0">
                <a:ea typeface="+mn-lt"/>
                <a:cs typeface="+mn-lt"/>
              </a:rPr>
              <a:t> буде відправлено 1500 адрес.</a:t>
            </a:r>
            <a:endParaRPr lang="ru-RU" dirty="0"/>
          </a:p>
          <a:p>
            <a:r>
              <a:rPr lang="uk-UA" dirty="0">
                <a:ea typeface="+mn-lt"/>
                <a:cs typeface="+mn-lt"/>
              </a:rPr>
              <a:t>Кожна адреса із запису використовується для пошуку в базі даних зліпків для пов'язаних пар [«Абсолютний час опорної точки в пісні»; "ID пісні"]. З точки зору тимчасової складності, припускаючи, що база даних відбитків пальців знаходиться в пам'яті, вартість пошуку залежить від кількості адрес, відправлених </a:t>
            </a:r>
            <a:r>
              <a:rPr lang="uk-UA" dirty="0" err="1">
                <a:ea typeface="+mn-lt"/>
                <a:cs typeface="+mn-lt"/>
              </a:rPr>
              <a:t>Shazam</a:t>
            </a:r>
            <a:r>
              <a:rPr lang="uk-UA" dirty="0">
                <a:ea typeface="+mn-lt"/>
                <a:cs typeface="+mn-lt"/>
              </a:rPr>
              <a:t> - пошук повертає М пар.</a:t>
            </a:r>
          </a:p>
          <a:p>
            <a:r>
              <a:rPr lang="uk-UA" dirty="0">
                <a:ea typeface="+mn-lt"/>
                <a:cs typeface="+mn-lt"/>
              </a:rPr>
              <a:t>Хоча параметр M досить великий, він все ж таки менше, ніж кількість нот (</a:t>
            </a:r>
            <a:r>
              <a:rPr lang="uk-UA" dirty="0" err="1">
                <a:ea typeface="+mn-lt"/>
                <a:cs typeface="+mn-lt"/>
              </a:rPr>
              <a:t>частотно</a:t>
            </a:r>
            <a:r>
              <a:rPr lang="uk-UA" dirty="0">
                <a:ea typeface="+mn-lt"/>
                <a:cs typeface="+mn-lt"/>
              </a:rPr>
              <a:t>-часових точок) всіх пісень. Головна особливість цього пошуку полягає в тому, що замість того, щоб дивитися, чи існує одна потрібна нота в пісні, ми дивимося, чи є в пісні дві ноти, які відокремлені один від одного на потрібний час. Наприкінці цієї частини ми поговоримо більше про тимчасову складність.</a:t>
            </a:r>
            <a:endParaRPr lang="uk-UA" dirty="0"/>
          </a:p>
        </p:txBody>
      </p:sp>
    </p:spTree>
    <p:extLst>
      <p:ext uri="{BB962C8B-B14F-4D97-AF65-F5344CB8AC3E}">
        <p14:creationId xmlns:p14="http://schemas.microsoft.com/office/powerpoint/2010/main" val="925099741"/>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4E135F-691C-4290-B5D2-8E50233B2CF4}"/>
              </a:ext>
            </a:extLst>
          </p:cNvPr>
          <p:cNvSpPr>
            <a:spLocks noGrp="1"/>
          </p:cNvSpPr>
          <p:nvPr>
            <p:ph type="title"/>
          </p:nvPr>
        </p:nvSpPr>
        <p:spPr/>
        <p:txBody>
          <a:bodyPr/>
          <a:lstStyle/>
          <a:p>
            <a:r>
              <a:rPr lang="ru-RU" dirty="0"/>
              <a:t>Алгоритм </a:t>
            </a:r>
            <a:r>
              <a:rPr lang="ru-RU" dirty="0" err="1"/>
              <a:t>роботи</a:t>
            </a:r>
            <a:r>
              <a:rPr lang="ru-RU" dirty="0"/>
              <a:t>. 2 крок - </a:t>
            </a:r>
            <a:r>
              <a:rPr lang="ru-RU" dirty="0" err="1"/>
              <a:t>фільтрація</a:t>
            </a:r>
            <a:r>
              <a:rPr lang="ru-RU" dirty="0"/>
              <a:t> </a:t>
            </a:r>
            <a:r>
              <a:rPr lang="ru-RU" dirty="0" err="1"/>
              <a:t>результатів</a:t>
            </a:r>
            <a:r>
              <a:rPr lang="ru-RU" dirty="0"/>
              <a:t>.</a:t>
            </a:r>
          </a:p>
        </p:txBody>
      </p:sp>
      <p:sp>
        <p:nvSpPr>
          <p:cNvPr id="3" name="Объект 2">
            <a:extLst>
              <a:ext uri="{FF2B5EF4-FFF2-40B4-BE49-F238E27FC236}">
                <a16:creationId xmlns:a16="http://schemas.microsoft.com/office/drawing/2014/main" id="{C36B44E4-8D94-42EF-A7D0-242DCCFE4389}"/>
              </a:ext>
            </a:extLst>
          </p:cNvPr>
          <p:cNvSpPr>
            <a:spLocks noGrp="1"/>
          </p:cNvSpPr>
          <p:nvPr>
            <p:ph idx="1"/>
          </p:nvPr>
        </p:nvSpPr>
        <p:spPr>
          <a:xfrm>
            <a:off x="680321" y="2336873"/>
            <a:ext cx="9613861" cy="4254538"/>
          </a:xfrm>
        </p:spPr>
        <p:txBody>
          <a:bodyPr vert="horz" lIns="91440" tIns="45720" rIns="91440" bIns="45720" rtlCol="0" anchor="t">
            <a:normAutofit fontScale="85000" lnSpcReduction="20000"/>
          </a:bodyPr>
          <a:lstStyle/>
          <a:p>
            <a:r>
              <a:rPr lang="ru-RU" dirty="0" err="1">
                <a:ea typeface="+mn-lt"/>
                <a:cs typeface="+mn-lt"/>
              </a:rPr>
              <a:t>Наступне</a:t>
            </a:r>
            <a:r>
              <a:rPr lang="ru-RU" dirty="0">
                <a:ea typeface="+mn-lt"/>
                <a:cs typeface="+mn-lt"/>
              </a:rPr>
              <a:t> </a:t>
            </a:r>
            <a:r>
              <a:rPr lang="ru-RU" dirty="0" err="1">
                <a:ea typeface="+mn-lt"/>
                <a:cs typeface="+mn-lt"/>
              </a:rPr>
              <a:t>завдання</a:t>
            </a:r>
            <a:r>
              <a:rPr lang="ru-RU" dirty="0">
                <a:ea typeface="+mn-lt"/>
                <a:cs typeface="+mn-lt"/>
              </a:rPr>
              <a:t> — </a:t>
            </a:r>
            <a:r>
              <a:rPr lang="ru-RU" dirty="0" err="1">
                <a:ea typeface="+mn-lt"/>
                <a:cs typeface="+mn-lt"/>
              </a:rPr>
              <a:t>відфільтрувати</a:t>
            </a:r>
            <a:r>
              <a:rPr lang="ru-RU" dirty="0">
                <a:ea typeface="+mn-lt"/>
                <a:cs typeface="+mn-lt"/>
              </a:rPr>
              <a:t> </a:t>
            </a:r>
            <a:r>
              <a:rPr lang="ru-RU" dirty="0" err="1">
                <a:ea typeface="+mn-lt"/>
                <a:cs typeface="+mn-lt"/>
              </a:rPr>
              <a:t>результати</a:t>
            </a:r>
            <a:r>
              <a:rPr lang="ru-RU" dirty="0">
                <a:ea typeface="+mn-lt"/>
                <a:cs typeface="+mn-lt"/>
              </a:rPr>
              <a:t> </a:t>
            </a:r>
            <a:r>
              <a:rPr lang="ru-RU" dirty="0" err="1">
                <a:ea typeface="+mn-lt"/>
                <a:cs typeface="+mn-lt"/>
              </a:rPr>
              <a:t>пошуку</a:t>
            </a:r>
            <a:r>
              <a:rPr lang="ru-RU" dirty="0">
                <a:ea typeface="+mn-lt"/>
                <a:cs typeface="+mn-lt"/>
              </a:rPr>
              <a:t> М пар, </a:t>
            </a:r>
            <a:r>
              <a:rPr lang="ru-RU" dirty="0" err="1">
                <a:ea typeface="+mn-lt"/>
                <a:cs typeface="+mn-lt"/>
              </a:rPr>
              <a:t>обравши</a:t>
            </a:r>
            <a:r>
              <a:rPr lang="ru-RU" dirty="0">
                <a:ea typeface="+mn-lt"/>
                <a:cs typeface="+mn-lt"/>
              </a:rPr>
              <a:t> </a:t>
            </a:r>
            <a:r>
              <a:rPr lang="ru-RU" dirty="0" err="1">
                <a:ea typeface="+mn-lt"/>
                <a:cs typeface="+mn-lt"/>
              </a:rPr>
              <a:t>ті</a:t>
            </a:r>
            <a:r>
              <a:rPr lang="ru-RU" dirty="0">
                <a:ea typeface="+mn-lt"/>
                <a:cs typeface="+mn-lt"/>
              </a:rPr>
              <a:t> пари в треках, </a:t>
            </a:r>
            <a:r>
              <a:rPr lang="ru-RU" dirty="0" err="1">
                <a:ea typeface="+mn-lt"/>
                <a:cs typeface="+mn-lt"/>
              </a:rPr>
              <a:t>які</a:t>
            </a:r>
            <a:r>
              <a:rPr lang="ru-RU" dirty="0">
                <a:ea typeface="+mn-lt"/>
                <a:cs typeface="+mn-lt"/>
              </a:rPr>
              <a:t> </a:t>
            </a:r>
            <a:r>
              <a:rPr lang="ru-RU" dirty="0" err="1">
                <a:ea typeface="+mn-lt"/>
                <a:cs typeface="+mn-lt"/>
              </a:rPr>
              <a:t>мають</a:t>
            </a:r>
            <a:r>
              <a:rPr lang="ru-RU" dirty="0">
                <a:ea typeface="+mn-lt"/>
                <a:cs typeface="+mn-lt"/>
              </a:rPr>
              <a:t> </a:t>
            </a:r>
            <a:r>
              <a:rPr lang="ru-RU" dirty="0" err="1">
                <a:ea typeface="+mn-lt"/>
                <a:cs typeface="+mn-lt"/>
              </a:rPr>
              <a:t>максимальну</a:t>
            </a:r>
            <a:r>
              <a:rPr lang="ru-RU" dirty="0">
                <a:ea typeface="+mn-lt"/>
                <a:cs typeface="+mn-lt"/>
              </a:rPr>
              <a:t> </a:t>
            </a:r>
            <a:r>
              <a:rPr lang="ru-RU" dirty="0" err="1">
                <a:ea typeface="+mn-lt"/>
                <a:cs typeface="+mn-lt"/>
              </a:rPr>
              <a:t>кількість</a:t>
            </a:r>
            <a:r>
              <a:rPr lang="ru-RU" dirty="0">
                <a:ea typeface="+mn-lt"/>
                <a:cs typeface="+mn-lt"/>
              </a:rPr>
              <a:t> </a:t>
            </a:r>
            <a:r>
              <a:rPr lang="ru-RU" dirty="0" err="1">
                <a:ea typeface="+mn-lt"/>
                <a:cs typeface="+mn-lt"/>
              </a:rPr>
              <a:t>цільових</a:t>
            </a:r>
            <a:r>
              <a:rPr lang="ru-RU" dirty="0">
                <a:ea typeface="+mn-lt"/>
                <a:cs typeface="+mn-lt"/>
              </a:rPr>
              <a:t> зон, </a:t>
            </a:r>
            <a:r>
              <a:rPr lang="ru-RU" dirty="0" err="1">
                <a:ea typeface="+mn-lt"/>
                <a:cs typeface="+mn-lt"/>
              </a:rPr>
              <a:t>відповідних</a:t>
            </a:r>
            <a:r>
              <a:rPr lang="ru-RU" dirty="0">
                <a:ea typeface="+mn-lt"/>
                <a:cs typeface="+mn-lt"/>
              </a:rPr>
              <a:t> до </a:t>
            </a:r>
            <a:r>
              <a:rPr lang="ru-RU" dirty="0" err="1">
                <a:ea typeface="+mn-lt"/>
                <a:cs typeface="+mn-lt"/>
              </a:rPr>
              <a:t>запису</a:t>
            </a:r>
            <a:r>
              <a:rPr lang="ru-RU" dirty="0">
                <a:ea typeface="+mn-lt"/>
                <a:cs typeface="+mn-lt"/>
              </a:rPr>
              <a:t> </a:t>
            </a:r>
            <a:r>
              <a:rPr lang="ru-RU" dirty="0" err="1">
                <a:ea typeface="+mn-lt"/>
                <a:cs typeface="+mn-lt"/>
              </a:rPr>
              <a:t>уривка</a:t>
            </a:r>
            <a:r>
              <a:rPr lang="ru-RU" dirty="0">
                <a:ea typeface="+mn-lt"/>
                <a:cs typeface="+mn-lt"/>
              </a:rPr>
              <a:t> </a:t>
            </a:r>
            <a:r>
              <a:rPr lang="ru-RU" dirty="0" err="1">
                <a:ea typeface="+mn-lt"/>
                <a:cs typeface="+mn-lt"/>
              </a:rPr>
              <a:t>пісні</a:t>
            </a:r>
            <a:r>
              <a:rPr lang="ru-RU" dirty="0">
                <a:ea typeface="+mn-lt"/>
                <a:cs typeface="+mn-lt"/>
              </a:rPr>
              <a:t> на </a:t>
            </a:r>
            <a:r>
              <a:rPr lang="ru-RU" dirty="0" err="1">
                <a:ea typeface="+mn-lt"/>
                <a:cs typeface="+mn-lt"/>
              </a:rPr>
              <a:t>пристрої</a:t>
            </a:r>
            <a:r>
              <a:rPr lang="ru-RU" dirty="0">
                <a:ea typeface="+mn-lt"/>
                <a:cs typeface="+mn-lt"/>
              </a:rPr>
              <a:t>. </a:t>
            </a:r>
            <a:r>
              <a:rPr lang="ru-RU" dirty="0" err="1">
                <a:ea typeface="+mn-lt"/>
                <a:cs typeface="+mn-lt"/>
              </a:rPr>
              <a:t>Припустимо</a:t>
            </a:r>
            <a:r>
              <a:rPr lang="ru-RU" dirty="0">
                <a:ea typeface="+mn-lt"/>
                <a:cs typeface="+mn-lt"/>
              </a:rPr>
              <a:t>, </a:t>
            </a:r>
            <a:r>
              <a:rPr lang="ru-RU" dirty="0" err="1">
                <a:ea typeface="+mn-lt"/>
                <a:cs typeface="+mn-lt"/>
              </a:rPr>
              <a:t>що</a:t>
            </a:r>
            <a:r>
              <a:rPr lang="ru-RU" dirty="0">
                <a:ea typeface="+mn-lt"/>
                <a:cs typeface="+mn-lt"/>
              </a:rPr>
              <a:t> наш </a:t>
            </a:r>
            <a:r>
              <a:rPr lang="ru-RU" dirty="0" err="1">
                <a:ea typeface="+mn-lt"/>
                <a:cs typeface="+mn-lt"/>
              </a:rPr>
              <a:t>пошук</a:t>
            </a:r>
            <a:r>
              <a:rPr lang="ru-RU" dirty="0">
                <a:ea typeface="+mn-lt"/>
                <a:cs typeface="+mn-lt"/>
              </a:rPr>
              <a:t> повернув </a:t>
            </a:r>
            <a:r>
              <a:rPr lang="ru-RU" dirty="0" err="1">
                <a:ea typeface="+mn-lt"/>
                <a:cs typeface="+mn-lt"/>
              </a:rPr>
              <a:t>такий</a:t>
            </a:r>
            <a:r>
              <a:rPr lang="ru-RU" dirty="0">
                <a:ea typeface="+mn-lt"/>
                <a:cs typeface="+mn-lt"/>
              </a:rPr>
              <a:t> результат:</a:t>
            </a:r>
            <a:endParaRPr lang="ru-RU"/>
          </a:p>
          <a:p>
            <a:pPr lvl="1"/>
            <a:r>
              <a:rPr lang="ru-RU" dirty="0">
                <a:ea typeface="+mn-lt"/>
                <a:cs typeface="+mn-lt"/>
              </a:rPr>
              <a:t>50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5, яка </a:t>
            </a:r>
            <a:r>
              <a:rPr lang="ru-RU" dirty="0" err="1">
                <a:ea typeface="+mn-lt"/>
                <a:cs typeface="+mn-lt"/>
              </a:rPr>
              <a:t>має</a:t>
            </a:r>
            <a:r>
              <a:rPr lang="ru-RU" dirty="0">
                <a:ea typeface="+mn-lt"/>
                <a:cs typeface="+mn-lt"/>
              </a:rPr>
              <a:t> 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70 пар з </a:t>
            </a:r>
            <a:r>
              <a:rPr lang="ru-RU" dirty="0" err="1">
                <a:ea typeface="+mn-lt"/>
                <a:cs typeface="+mn-lt"/>
              </a:rPr>
              <a:t>пісні</a:t>
            </a:r>
            <a:r>
              <a:rPr lang="ru-RU" dirty="0">
                <a:ea typeface="+mn-lt"/>
                <a:cs typeface="+mn-lt"/>
              </a:rPr>
              <a:t> 8, яка </a:t>
            </a:r>
            <a:r>
              <a:rPr lang="ru-RU" dirty="0" err="1">
                <a:ea typeface="+mn-lt"/>
                <a:cs typeface="+mn-lt"/>
              </a:rPr>
              <a:t>має</a:t>
            </a:r>
            <a:r>
              <a:rPr lang="ru-RU" dirty="0">
                <a:ea typeface="+mn-lt"/>
                <a:cs typeface="+mn-lt"/>
              </a:rPr>
              <a:t> 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83 пари з </a:t>
            </a:r>
            <a:r>
              <a:rPr lang="ru-RU" dirty="0" err="1">
                <a:ea typeface="+mn-lt"/>
                <a:cs typeface="+mn-lt"/>
              </a:rPr>
              <a:t>пісні</a:t>
            </a:r>
            <a:r>
              <a:rPr lang="ru-RU" dirty="0">
                <a:ea typeface="+mn-lt"/>
                <a:cs typeface="+mn-lt"/>
              </a:rPr>
              <a:t> 10, яка </a:t>
            </a:r>
            <a:r>
              <a:rPr lang="ru-RU" dirty="0" err="1">
                <a:ea typeface="+mn-lt"/>
                <a:cs typeface="+mn-lt"/>
              </a:rPr>
              <a:t>має</a:t>
            </a:r>
            <a:r>
              <a:rPr lang="ru-RU" dirty="0">
                <a:ea typeface="+mn-lt"/>
                <a:cs typeface="+mn-lt"/>
              </a:rPr>
              <a:t> 30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210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17, яка </a:t>
            </a:r>
            <a:r>
              <a:rPr lang="ru-RU" dirty="0" err="1">
                <a:ea typeface="+mn-lt"/>
                <a:cs typeface="+mn-lt"/>
              </a:rPr>
              <a:t>має</a:t>
            </a:r>
            <a:r>
              <a:rPr lang="ru-RU" dirty="0">
                <a:ea typeface="+mn-lt"/>
                <a:cs typeface="+mn-lt"/>
              </a:rPr>
              <a:t> 100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4400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13, яка </a:t>
            </a:r>
            <a:r>
              <a:rPr lang="ru-RU" dirty="0" err="1">
                <a:ea typeface="+mn-lt"/>
                <a:cs typeface="+mn-lt"/>
              </a:rPr>
              <a:t>має</a:t>
            </a:r>
            <a:r>
              <a:rPr lang="ru-RU" dirty="0">
                <a:ea typeface="+mn-lt"/>
                <a:cs typeface="+mn-lt"/>
              </a:rPr>
              <a:t> 280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3500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25, яка </a:t>
            </a:r>
            <a:r>
              <a:rPr lang="ru-RU" dirty="0" err="1">
                <a:ea typeface="+mn-lt"/>
                <a:cs typeface="+mn-lt"/>
              </a:rPr>
              <a:t>має</a:t>
            </a:r>
            <a:r>
              <a:rPr lang="ru-RU" dirty="0">
                <a:ea typeface="+mn-lt"/>
                <a:cs typeface="+mn-lt"/>
              </a:rPr>
              <a:t> 400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dirty="0"/>
          </a:p>
          <a:p>
            <a:r>
              <a:rPr lang="ru-RU" dirty="0">
                <a:ea typeface="+mn-lt"/>
                <a:cs typeface="+mn-lt"/>
              </a:rPr>
              <a:t>Наш 10-секундний </a:t>
            </a:r>
            <a:r>
              <a:rPr lang="ru-RU" dirty="0" err="1">
                <a:ea typeface="+mn-lt"/>
                <a:cs typeface="+mn-lt"/>
              </a:rPr>
              <a:t>запис</a:t>
            </a:r>
            <a:r>
              <a:rPr lang="ru-RU" dirty="0">
                <a:ea typeface="+mn-lt"/>
                <a:cs typeface="+mn-lt"/>
              </a:rPr>
              <a:t> </a:t>
            </a:r>
            <a:r>
              <a:rPr lang="ru-RU" dirty="0" err="1">
                <a:ea typeface="+mn-lt"/>
                <a:cs typeface="+mn-lt"/>
              </a:rPr>
              <a:t>має</a:t>
            </a:r>
            <a:r>
              <a:rPr lang="ru-RU" dirty="0">
                <a:ea typeface="+mn-lt"/>
                <a:cs typeface="+mn-lt"/>
              </a:rPr>
              <a:t> </a:t>
            </a:r>
            <a:r>
              <a:rPr lang="ru-RU" dirty="0" err="1">
                <a:ea typeface="+mn-lt"/>
                <a:cs typeface="+mn-lt"/>
              </a:rPr>
              <a:t>приблизно</a:t>
            </a:r>
            <a:r>
              <a:rPr lang="ru-RU" dirty="0">
                <a:ea typeface="+mn-lt"/>
                <a:cs typeface="+mn-lt"/>
              </a:rPr>
              <a:t> 300 </a:t>
            </a:r>
            <a:r>
              <a:rPr lang="ru-RU" dirty="0" err="1">
                <a:ea typeface="+mn-lt"/>
                <a:cs typeface="+mn-lt"/>
              </a:rPr>
              <a:t>цільових</a:t>
            </a:r>
            <a:r>
              <a:rPr lang="ru-RU" dirty="0">
                <a:ea typeface="+mn-lt"/>
                <a:cs typeface="+mn-lt"/>
              </a:rPr>
              <a:t> зон:</a:t>
            </a:r>
            <a:endParaRPr lang="ru-RU" dirty="0"/>
          </a:p>
          <a:p>
            <a:pPr lvl="1"/>
            <a:r>
              <a:rPr lang="ru-RU" err="1">
                <a:ea typeface="+mn-lt"/>
                <a:cs typeface="+mn-lt"/>
              </a:rPr>
              <a:t>пісня</a:t>
            </a:r>
            <a:r>
              <a:rPr lang="ru-RU" dirty="0">
                <a:ea typeface="+mn-lt"/>
                <a:cs typeface="+mn-lt"/>
              </a:rPr>
              <a:t> 5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0%</a:t>
            </a:r>
            <a:endParaRPr lang="ru-RU" dirty="0"/>
          </a:p>
          <a:p>
            <a:pPr lvl="1"/>
            <a:r>
              <a:rPr lang="ru-RU" err="1">
                <a:ea typeface="+mn-lt"/>
                <a:cs typeface="+mn-lt"/>
              </a:rPr>
              <a:t>пісня</a:t>
            </a:r>
            <a:r>
              <a:rPr lang="ru-RU" dirty="0">
                <a:ea typeface="+mn-lt"/>
                <a:cs typeface="+mn-lt"/>
              </a:rPr>
              <a:t> 8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0%</a:t>
            </a:r>
            <a:endParaRPr lang="ru-RU" dirty="0"/>
          </a:p>
          <a:p>
            <a:pPr lvl="1"/>
            <a:r>
              <a:rPr lang="ru-RU" err="1">
                <a:ea typeface="+mn-lt"/>
                <a:cs typeface="+mn-lt"/>
              </a:rPr>
              <a:t>пісня</a:t>
            </a:r>
            <a:r>
              <a:rPr lang="ru-RU" dirty="0">
                <a:ea typeface="+mn-lt"/>
                <a:cs typeface="+mn-lt"/>
              </a:rPr>
              <a:t> 10 і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10%</a:t>
            </a:r>
            <a:endParaRPr lang="ru-RU" dirty="0"/>
          </a:p>
          <a:p>
            <a:pPr lvl="1"/>
            <a:r>
              <a:rPr lang="ru-RU" err="1">
                <a:ea typeface="+mn-lt"/>
                <a:cs typeface="+mn-lt"/>
              </a:rPr>
              <a:t>пісня</a:t>
            </a:r>
            <a:r>
              <a:rPr lang="ru-RU" dirty="0">
                <a:ea typeface="+mn-lt"/>
                <a:cs typeface="+mn-lt"/>
              </a:rPr>
              <a:t> 17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33%</a:t>
            </a:r>
            <a:endParaRPr lang="ru-RU" dirty="0"/>
          </a:p>
          <a:p>
            <a:pPr lvl="1"/>
            <a:r>
              <a:rPr lang="ru-RU" err="1">
                <a:ea typeface="+mn-lt"/>
                <a:cs typeface="+mn-lt"/>
              </a:rPr>
              <a:t>пісня</a:t>
            </a:r>
            <a:r>
              <a:rPr lang="ru-RU" dirty="0">
                <a:ea typeface="+mn-lt"/>
                <a:cs typeface="+mn-lt"/>
              </a:rPr>
              <a:t> 13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91,7%</a:t>
            </a:r>
            <a:endParaRPr lang="ru-RU" dirty="0"/>
          </a:p>
          <a:p>
            <a:pPr lvl="1"/>
            <a:r>
              <a:rPr lang="ru-RU" err="1">
                <a:ea typeface="+mn-lt"/>
                <a:cs typeface="+mn-lt"/>
              </a:rPr>
              <a:t>пісня</a:t>
            </a:r>
            <a:r>
              <a:rPr lang="ru-RU" dirty="0">
                <a:ea typeface="+mn-lt"/>
                <a:cs typeface="+mn-lt"/>
              </a:rPr>
              <a:t> 25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100%</a:t>
            </a:r>
            <a:endParaRPr lang="ru-RU" dirty="0"/>
          </a:p>
        </p:txBody>
      </p:sp>
    </p:spTree>
    <p:extLst>
      <p:ext uri="{BB962C8B-B14F-4D97-AF65-F5344CB8AC3E}">
        <p14:creationId xmlns:p14="http://schemas.microsoft.com/office/powerpoint/2010/main" val="405297700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4E135F-691C-4290-B5D2-8E50233B2CF4}"/>
              </a:ext>
            </a:extLst>
          </p:cNvPr>
          <p:cNvSpPr>
            <a:spLocks noGrp="1"/>
          </p:cNvSpPr>
          <p:nvPr>
            <p:ph type="title"/>
          </p:nvPr>
        </p:nvSpPr>
        <p:spPr/>
        <p:txBody>
          <a:bodyPr/>
          <a:lstStyle/>
          <a:p>
            <a:r>
              <a:rPr lang="ru-RU" dirty="0"/>
              <a:t>Алгоритм </a:t>
            </a:r>
            <a:r>
              <a:rPr lang="ru-RU" dirty="0" err="1"/>
              <a:t>роботи</a:t>
            </a:r>
            <a:r>
              <a:rPr lang="ru-RU" dirty="0"/>
              <a:t>. 2 крок - </a:t>
            </a:r>
            <a:r>
              <a:rPr lang="ru-RU" dirty="0" err="1"/>
              <a:t>фільтрація</a:t>
            </a:r>
            <a:r>
              <a:rPr lang="ru-RU" dirty="0"/>
              <a:t> </a:t>
            </a:r>
            <a:r>
              <a:rPr lang="ru-RU" dirty="0" err="1"/>
              <a:t>результатів</a:t>
            </a:r>
            <a:r>
              <a:rPr lang="ru-RU" dirty="0"/>
              <a:t>.</a:t>
            </a:r>
          </a:p>
        </p:txBody>
      </p:sp>
      <p:sp>
        <p:nvSpPr>
          <p:cNvPr id="3" name="Объект 2">
            <a:extLst>
              <a:ext uri="{FF2B5EF4-FFF2-40B4-BE49-F238E27FC236}">
                <a16:creationId xmlns:a16="http://schemas.microsoft.com/office/drawing/2014/main" id="{C36B44E4-8D94-42EF-A7D0-242DCCFE4389}"/>
              </a:ext>
            </a:extLst>
          </p:cNvPr>
          <p:cNvSpPr>
            <a:spLocks noGrp="1"/>
          </p:cNvSpPr>
          <p:nvPr>
            <p:ph idx="1"/>
          </p:nvPr>
        </p:nvSpPr>
        <p:spPr>
          <a:xfrm>
            <a:off x="680321" y="2336873"/>
            <a:ext cx="9613861" cy="4254538"/>
          </a:xfrm>
        </p:spPr>
        <p:txBody>
          <a:bodyPr vert="horz" lIns="91440" tIns="45720" rIns="91440" bIns="45720" rtlCol="0" anchor="t">
            <a:normAutofit fontScale="85000" lnSpcReduction="20000"/>
          </a:bodyPr>
          <a:lstStyle/>
          <a:p>
            <a:r>
              <a:rPr lang="ru-RU" dirty="0" err="1">
                <a:ea typeface="+mn-lt"/>
                <a:cs typeface="+mn-lt"/>
              </a:rPr>
              <a:t>Наступне</a:t>
            </a:r>
            <a:r>
              <a:rPr lang="ru-RU" dirty="0">
                <a:ea typeface="+mn-lt"/>
                <a:cs typeface="+mn-lt"/>
              </a:rPr>
              <a:t> </a:t>
            </a:r>
            <a:r>
              <a:rPr lang="ru-RU" dirty="0" err="1">
                <a:ea typeface="+mn-lt"/>
                <a:cs typeface="+mn-lt"/>
              </a:rPr>
              <a:t>завдання</a:t>
            </a:r>
            <a:r>
              <a:rPr lang="ru-RU" dirty="0">
                <a:ea typeface="+mn-lt"/>
                <a:cs typeface="+mn-lt"/>
              </a:rPr>
              <a:t> — </a:t>
            </a:r>
            <a:r>
              <a:rPr lang="ru-RU" dirty="0" err="1">
                <a:ea typeface="+mn-lt"/>
                <a:cs typeface="+mn-lt"/>
              </a:rPr>
              <a:t>відфільтрувати</a:t>
            </a:r>
            <a:r>
              <a:rPr lang="ru-RU" dirty="0">
                <a:ea typeface="+mn-lt"/>
                <a:cs typeface="+mn-lt"/>
              </a:rPr>
              <a:t> </a:t>
            </a:r>
            <a:r>
              <a:rPr lang="ru-RU" dirty="0" err="1">
                <a:ea typeface="+mn-lt"/>
                <a:cs typeface="+mn-lt"/>
              </a:rPr>
              <a:t>результати</a:t>
            </a:r>
            <a:r>
              <a:rPr lang="ru-RU" dirty="0">
                <a:ea typeface="+mn-lt"/>
                <a:cs typeface="+mn-lt"/>
              </a:rPr>
              <a:t> </a:t>
            </a:r>
            <a:r>
              <a:rPr lang="ru-RU" dirty="0" err="1">
                <a:ea typeface="+mn-lt"/>
                <a:cs typeface="+mn-lt"/>
              </a:rPr>
              <a:t>пошуку</a:t>
            </a:r>
            <a:r>
              <a:rPr lang="ru-RU" dirty="0">
                <a:ea typeface="+mn-lt"/>
                <a:cs typeface="+mn-lt"/>
              </a:rPr>
              <a:t> М пар, </a:t>
            </a:r>
            <a:r>
              <a:rPr lang="ru-RU" dirty="0" err="1">
                <a:ea typeface="+mn-lt"/>
                <a:cs typeface="+mn-lt"/>
              </a:rPr>
              <a:t>обравши</a:t>
            </a:r>
            <a:r>
              <a:rPr lang="ru-RU" dirty="0">
                <a:ea typeface="+mn-lt"/>
                <a:cs typeface="+mn-lt"/>
              </a:rPr>
              <a:t> </a:t>
            </a:r>
            <a:r>
              <a:rPr lang="ru-RU" dirty="0" err="1">
                <a:ea typeface="+mn-lt"/>
                <a:cs typeface="+mn-lt"/>
              </a:rPr>
              <a:t>ті</a:t>
            </a:r>
            <a:r>
              <a:rPr lang="ru-RU" dirty="0">
                <a:ea typeface="+mn-lt"/>
                <a:cs typeface="+mn-lt"/>
              </a:rPr>
              <a:t> пари в треках, </a:t>
            </a:r>
            <a:r>
              <a:rPr lang="ru-RU" dirty="0" err="1">
                <a:ea typeface="+mn-lt"/>
                <a:cs typeface="+mn-lt"/>
              </a:rPr>
              <a:t>які</a:t>
            </a:r>
            <a:r>
              <a:rPr lang="ru-RU" dirty="0">
                <a:ea typeface="+mn-lt"/>
                <a:cs typeface="+mn-lt"/>
              </a:rPr>
              <a:t> </a:t>
            </a:r>
            <a:r>
              <a:rPr lang="ru-RU" dirty="0" err="1">
                <a:ea typeface="+mn-lt"/>
                <a:cs typeface="+mn-lt"/>
              </a:rPr>
              <a:t>мають</a:t>
            </a:r>
            <a:r>
              <a:rPr lang="ru-RU" dirty="0">
                <a:ea typeface="+mn-lt"/>
                <a:cs typeface="+mn-lt"/>
              </a:rPr>
              <a:t> </a:t>
            </a:r>
            <a:r>
              <a:rPr lang="ru-RU" dirty="0" err="1">
                <a:ea typeface="+mn-lt"/>
                <a:cs typeface="+mn-lt"/>
              </a:rPr>
              <a:t>максимальну</a:t>
            </a:r>
            <a:r>
              <a:rPr lang="ru-RU" dirty="0">
                <a:ea typeface="+mn-lt"/>
                <a:cs typeface="+mn-lt"/>
              </a:rPr>
              <a:t> </a:t>
            </a:r>
            <a:r>
              <a:rPr lang="ru-RU" dirty="0" err="1">
                <a:ea typeface="+mn-lt"/>
                <a:cs typeface="+mn-lt"/>
              </a:rPr>
              <a:t>кількість</a:t>
            </a:r>
            <a:r>
              <a:rPr lang="ru-RU" dirty="0">
                <a:ea typeface="+mn-lt"/>
                <a:cs typeface="+mn-lt"/>
              </a:rPr>
              <a:t> </a:t>
            </a:r>
            <a:r>
              <a:rPr lang="ru-RU" dirty="0" err="1">
                <a:ea typeface="+mn-lt"/>
                <a:cs typeface="+mn-lt"/>
              </a:rPr>
              <a:t>цільових</a:t>
            </a:r>
            <a:r>
              <a:rPr lang="ru-RU" dirty="0">
                <a:ea typeface="+mn-lt"/>
                <a:cs typeface="+mn-lt"/>
              </a:rPr>
              <a:t> зон, </a:t>
            </a:r>
            <a:r>
              <a:rPr lang="ru-RU" dirty="0" err="1">
                <a:ea typeface="+mn-lt"/>
                <a:cs typeface="+mn-lt"/>
              </a:rPr>
              <a:t>відповідних</a:t>
            </a:r>
            <a:r>
              <a:rPr lang="ru-RU" dirty="0">
                <a:ea typeface="+mn-lt"/>
                <a:cs typeface="+mn-lt"/>
              </a:rPr>
              <a:t> до </a:t>
            </a:r>
            <a:r>
              <a:rPr lang="ru-RU" dirty="0" err="1">
                <a:ea typeface="+mn-lt"/>
                <a:cs typeface="+mn-lt"/>
              </a:rPr>
              <a:t>запису</a:t>
            </a:r>
            <a:r>
              <a:rPr lang="ru-RU" dirty="0">
                <a:ea typeface="+mn-lt"/>
                <a:cs typeface="+mn-lt"/>
              </a:rPr>
              <a:t> </a:t>
            </a:r>
            <a:r>
              <a:rPr lang="ru-RU" dirty="0" err="1">
                <a:ea typeface="+mn-lt"/>
                <a:cs typeface="+mn-lt"/>
              </a:rPr>
              <a:t>уривка</a:t>
            </a:r>
            <a:r>
              <a:rPr lang="ru-RU" dirty="0">
                <a:ea typeface="+mn-lt"/>
                <a:cs typeface="+mn-lt"/>
              </a:rPr>
              <a:t> </a:t>
            </a:r>
            <a:r>
              <a:rPr lang="ru-RU" dirty="0" err="1">
                <a:ea typeface="+mn-lt"/>
                <a:cs typeface="+mn-lt"/>
              </a:rPr>
              <a:t>пісні</a:t>
            </a:r>
            <a:r>
              <a:rPr lang="ru-RU" dirty="0">
                <a:ea typeface="+mn-lt"/>
                <a:cs typeface="+mn-lt"/>
              </a:rPr>
              <a:t> на </a:t>
            </a:r>
            <a:r>
              <a:rPr lang="ru-RU" dirty="0" err="1">
                <a:ea typeface="+mn-lt"/>
                <a:cs typeface="+mn-lt"/>
              </a:rPr>
              <a:t>пристрої</a:t>
            </a:r>
            <a:r>
              <a:rPr lang="ru-RU" dirty="0">
                <a:ea typeface="+mn-lt"/>
                <a:cs typeface="+mn-lt"/>
              </a:rPr>
              <a:t>. </a:t>
            </a:r>
            <a:r>
              <a:rPr lang="ru-RU" dirty="0" err="1">
                <a:ea typeface="+mn-lt"/>
                <a:cs typeface="+mn-lt"/>
              </a:rPr>
              <a:t>Припустимо</a:t>
            </a:r>
            <a:r>
              <a:rPr lang="ru-RU" dirty="0">
                <a:ea typeface="+mn-lt"/>
                <a:cs typeface="+mn-lt"/>
              </a:rPr>
              <a:t>, </a:t>
            </a:r>
            <a:r>
              <a:rPr lang="ru-RU" dirty="0" err="1">
                <a:ea typeface="+mn-lt"/>
                <a:cs typeface="+mn-lt"/>
              </a:rPr>
              <a:t>що</a:t>
            </a:r>
            <a:r>
              <a:rPr lang="ru-RU" dirty="0">
                <a:ea typeface="+mn-lt"/>
                <a:cs typeface="+mn-lt"/>
              </a:rPr>
              <a:t> наш </a:t>
            </a:r>
            <a:r>
              <a:rPr lang="ru-RU" dirty="0" err="1">
                <a:ea typeface="+mn-lt"/>
                <a:cs typeface="+mn-lt"/>
              </a:rPr>
              <a:t>пошук</a:t>
            </a:r>
            <a:r>
              <a:rPr lang="ru-RU" dirty="0">
                <a:ea typeface="+mn-lt"/>
                <a:cs typeface="+mn-lt"/>
              </a:rPr>
              <a:t> повернув </a:t>
            </a:r>
            <a:r>
              <a:rPr lang="ru-RU" dirty="0" err="1">
                <a:ea typeface="+mn-lt"/>
                <a:cs typeface="+mn-lt"/>
              </a:rPr>
              <a:t>такий</a:t>
            </a:r>
            <a:r>
              <a:rPr lang="ru-RU" dirty="0">
                <a:ea typeface="+mn-lt"/>
                <a:cs typeface="+mn-lt"/>
              </a:rPr>
              <a:t> результат:</a:t>
            </a:r>
            <a:endParaRPr lang="ru-RU"/>
          </a:p>
          <a:p>
            <a:pPr lvl="1"/>
            <a:r>
              <a:rPr lang="ru-RU" dirty="0">
                <a:ea typeface="+mn-lt"/>
                <a:cs typeface="+mn-lt"/>
              </a:rPr>
              <a:t>50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5, яка </a:t>
            </a:r>
            <a:r>
              <a:rPr lang="ru-RU" dirty="0" err="1">
                <a:ea typeface="+mn-lt"/>
                <a:cs typeface="+mn-lt"/>
              </a:rPr>
              <a:t>має</a:t>
            </a:r>
            <a:r>
              <a:rPr lang="ru-RU" dirty="0">
                <a:ea typeface="+mn-lt"/>
                <a:cs typeface="+mn-lt"/>
              </a:rPr>
              <a:t> 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70 пар з </a:t>
            </a:r>
            <a:r>
              <a:rPr lang="ru-RU" dirty="0" err="1">
                <a:ea typeface="+mn-lt"/>
                <a:cs typeface="+mn-lt"/>
              </a:rPr>
              <a:t>пісні</a:t>
            </a:r>
            <a:r>
              <a:rPr lang="ru-RU" dirty="0">
                <a:ea typeface="+mn-lt"/>
                <a:cs typeface="+mn-lt"/>
              </a:rPr>
              <a:t> 8, яка </a:t>
            </a:r>
            <a:r>
              <a:rPr lang="ru-RU" dirty="0" err="1">
                <a:ea typeface="+mn-lt"/>
                <a:cs typeface="+mn-lt"/>
              </a:rPr>
              <a:t>має</a:t>
            </a:r>
            <a:r>
              <a:rPr lang="ru-RU" dirty="0">
                <a:ea typeface="+mn-lt"/>
                <a:cs typeface="+mn-lt"/>
              </a:rPr>
              <a:t> 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83 пари з </a:t>
            </a:r>
            <a:r>
              <a:rPr lang="ru-RU" dirty="0" err="1">
                <a:ea typeface="+mn-lt"/>
                <a:cs typeface="+mn-lt"/>
              </a:rPr>
              <a:t>пісні</a:t>
            </a:r>
            <a:r>
              <a:rPr lang="ru-RU" dirty="0">
                <a:ea typeface="+mn-lt"/>
                <a:cs typeface="+mn-lt"/>
              </a:rPr>
              <a:t> 10, яка </a:t>
            </a:r>
            <a:r>
              <a:rPr lang="ru-RU" dirty="0" err="1">
                <a:ea typeface="+mn-lt"/>
                <a:cs typeface="+mn-lt"/>
              </a:rPr>
              <a:t>має</a:t>
            </a:r>
            <a:r>
              <a:rPr lang="ru-RU" dirty="0">
                <a:ea typeface="+mn-lt"/>
                <a:cs typeface="+mn-lt"/>
              </a:rPr>
              <a:t> 30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210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17, яка </a:t>
            </a:r>
            <a:r>
              <a:rPr lang="ru-RU" dirty="0" err="1">
                <a:ea typeface="+mn-lt"/>
                <a:cs typeface="+mn-lt"/>
              </a:rPr>
              <a:t>має</a:t>
            </a:r>
            <a:r>
              <a:rPr lang="ru-RU" dirty="0">
                <a:ea typeface="+mn-lt"/>
                <a:cs typeface="+mn-lt"/>
              </a:rPr>
              <a:t> 100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4400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13, яка </a:t>
            </a:r>
            <a:r>
              <a:rPr lang="ru-RU" dirty="0" err="1">
                <a:ea typeface="+mn-lt"/>
                <a:cs typeface="+mn-lt"/>
              </a:rPr>
              <a:t>має</a:t>
            </a:r>
            <a:r>
              <a:rPr lang="ru-RU" dirty="0">
                <a:ea typeface="+mn-lt"/>
                <a:cs typeface="+mn-lt"/>
              </a:rPr>
              <a:t> 280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a:p>
          <a:p>
            <a:pPr lvl="1"/>
            <a:r>
              <a:rPr lang="ru-RU" dirty="0">
                <a:ea typeface="+mn-lt"/>
                <a:cs typeface="+mn-lt"/>
              </a:rPr>
              <a:t>3500 пар </a:t>
            </a:r>
            <a:r>
              <a:rPr lang="ru-RU" dirty="0" err="1">
                <a:ea typeface="+mn-lt"/>
                <a:cs typeface="+mn-lt"/>
              </a:rPr>
              <a:t>із</a:t>
            </a:r>
            <a:r>
              <a:rPr lang="ru-RU" dirty="0">
                <a:ea typeface="+mn-lt"/>
                <a:cs typeface="+mn-lt"/>
              </a:rPr>
              <a:t> </a:t>
            </a:r>
            <a:r>
              <a:rPr lang="ru-RU" dirty="0" err="1">
                <a:ea typeface="+mn-lt"/>
                <a:cs typeface="+mn-lt"/>
              </a:rPr>
              <a:t>пісні</a:t>
            </a:r>
            <a:r>
              <a:rPr lang="ru-RU" dirty="0">
                <a:ea typeface="+mn-lt"/>
                <a:cs typeface="+mn-lt"/>
              </a:rPr>
              <a:t> 25, яка </a:t>
            </a:r>
            <a:r>
              <a:rPr lang="ru-RU" dirty="0" err="1">
                <a:ea typeface="+mn-lt"/>
                <a:cs typeface="+mn-lt"/>
              </a:rPr>
              <a:t>має</a:t>
            </a:r>
            <a:r>
              <a:rPr lang="ru-RU" dirty="0">
                <a:ea typeface="+mn-lt"/>
                <a:cs typeface="+mn-lt"/>
              </a:rPr>
              <a:t> 400 </a:t>
            </a:r>
            <a:r>
              <a:rPr lang="ru-RU" dirty="0" err="1">
                <a:ea typeface="+mn-lt"/>
                <a:cs typeface="+mn-lt"/>
              </a:rPr>
              <a:t>цільових</a:t>
            </a:r>
            <a:r>
              <a:rPr lang="ru-RU" dirty="0">
                <a:ea typeface="+mn-lt"/>
                <a:cs typeface="+mn-lt"/>
              </a:rPr>
              <a:t> зон, схожих </a:t>
            </a:r>
            <a:r>
              <a:rPr lang="ru-RU" dirty="0" err="1">
                <a:ea typeface="+mn-lt"/>
                <a:cs typeface="+mn-lt"/>
              </a:rPr>
              <a:t>із</a:t>
            </a:r>
            <a:r>
              <a:rPr lang="ru-RU" dirty="0">
                <a:ea typeface="+mn-lt"/>
                <a:cs typeface="+mn-lt"/>
              </a:rPr>
              <a:t> </a:t>
            </a:r>
            <a:r>
              <a:rPr lang="ru-RU" dirty="0" err="1">
                <a:ea typeface="+mn-lt"/>
                <a:cs typeface="+mn-lt"/>
              </a:rPr>
              <a:t>записом</a:t>
            </a:r>
            <a:endParaRPr lang="ru-RU" dirty="0"/>
          </a:p>
          <a:p>
            <a:r>
              <a:rPr lang="ru-RU" dirty="0">
                <a:ea typeface="+mn-lt"/>
                <a:cs typeface="+mn-lt"/>
              </a:rPr>
              <a:t>Наш 10-секундний </a:t>
            </a:r>
            <a:r>
              <a:rPr lang="ru-RU" dirty="0" err="1">
                <a:ea typeface="+mn-lt"/>
                <a:cs typeface="+mn-lt"/>
              </a:rPr>
              <a:t>запис</a:t>
            </a:r>
            <a:r>
              <a:rPr lang="ru-RU" dirty="0">
                <a:ea typeface="+mn-lt"/>
                <a:cs typeface="+mn-lt"/>
              </a:rPr>
              <a:t> </a:t>
            </a:r>
            <a:r>
              <a:rPr lang="ru-RU" dirty="0" err="1">
                <a:ea typeface="+mn-lt"/>
                <a:cs typeface="+mn-lt"/>
              </a:rPr>
              <a:t>має</a:t>
            </a:r>
            <a:r>
              <a:rPr lang="ru-RU" dirty="0">
                <a:ea typeface="+mn-lt"/>
                <a:cs typeface="+mn-lt"/>
              </a:rPr>
              <a:t> </a:t>
            </a:r>
            <a:r>
              <a:rPr lang="ru-RU" dirty="0" err="1">
                <a:ea typeface="+mn-lt"/>
                <a:cs typeface="+mn-lt"/>
              </a:rPr>
              <a:t>приблизно</a:t>
            </a:r>
            <a:r>
              <a:rPr lang="ru-RU" dirty="0">
                <a:ea typeface="+mn-lt"/>
                <a:cs typeface="+mn-lt"/>
              </a:rPr>
              <a:t> 300 </a:t>
            </a:r>
            <a:r>
              <a:rPr lang="ru-RU" dirty="0" err="1">
                <a:ea typeface="+mn-lt"/>
                <a:cs typeface="+mn-lt"/>
              </a:rPr>
              <a:t>цільових</a:t>
            </a:r>
            <a:r>
              <a:rPr lang="ru-RU" dirty="0">
                <a:ea typeface="+mn-lt"/>
                <a:cs typeface="+mn-lt"/>
              </a:rPr>
              <a:t> зон:</a:t>
            </a:r>
            <a:endParaRPr lang="ru-RU" dirty="0"/>
          </a:p>
          <a:p>
            <a:pPr lvl="1"/>
            <a:r>
              <a:rPr lang="ru-RU" err="1">
                <a:ea typeface="+mn-lt"/>
                <a:cs typeface="+mn-lt"/>
              </a:rPr>
              <a:t>пісня</a:t>
            </a:r>
            <a:r>
              <a:rPr lang="ru-RU" dirty="0">
                <a:ea typeface="+mn-lt"/>
                <a:cs typeface="+mn-lt"/>
              </a:rPr>
              <a:t> 5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0%</a:t>
            </a:r>
            <a:endParaRPr lang="ru-RU" dirty="0"/>
          </a:p>
          <a:p>
            <a:pPr lvl="1"/>
            <a:r>
              <a:rPr lang="ru-RU" err="1">
                <a:ea typeface="+mn-lt"/>
                <a:cs typeface="+mn-lt"/>
              </a:rPr>
              <a:t>пісня</a:t>
            </a:r>
            <a:r>
              <a:rPr lang="ru-RU" dirty="0">
                <a:ea typeface="+mn-lt"/>
                <a:cs typeface="+mn-lt"/>
              </a:rPr>
              <a:t> 8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0%</a:t>
            </a:r>
            <a:endParaRPr lang="ru-RU" dirty="0"/>
          </a:p>
          <a:p>
            <a:pPr lvl="1"/>
            <a:r>
              <a:rPr lang="ru-RU" err="1">
                <a:ea typeface="+mn-lt"/>
                <a:cs typeface="+mn-lt"/>
              </a:rPr>
              <a:t>пісня</a:t>
            </a:r>
            <a:r>
              <a:rPr lang="ru-RU" dirty="0">
                <a:ea typeface="+mn-lt"/>
                <a:cs typeface="+mn-lt"/>
              </a:rPr>
              <a:t> 10 і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10%</a:t>
            </a:r>
            <a:endParaRPr lang="ru-RU" dirty="0"/>
          </a:p>
          <a:p>
            <a:pPr lvl="1"/>
            <a:r>
              <a:rPr lang="ru-RU" err="1">
                <a:ea typeface="+mn-lt"/>
                <a:cs typeface="+mn-lt"/>
              </a:rPr>
              <a:t>пісня</a:t>
            </a:r>
            <a:r>
              <a:rPr lang="ru-RU" dirty="0">
                <a:ea typeface="+mn-lt"/>
                <a:cs typeface="+mn-lt"/>
              </a:rPr>
              <a:t> 17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33%</a:t>
            </a:r>
            <a:endParaRPr lang="ru-RU" dirty="0"/>
          </a:p>
          <a:p>
            <a:pPr lvl="1"/>
            <a:r>
              <a:rPr lang="ru-RU" err="1">
                <a:ea typeface="+mn-lt"/>
                <a:cs typeface="+mn-lt"/>
              </a:rPr>
              <a:t>пісня</a:t>
            </a:r>
            <a:r>
              <a:rPr lang="ru-RU" dirty="0">
                <a:ea typeface="+mn-lt"/>
                <a:cs typeface="+mn-lt"/>
              </a:rPr>
              <a:t> 13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91,7%</a:t>
            </a:r>
            <a:endParaRPr lang="ru-RU" dirty="0"/>
          </a:p>
          <a:p>
            <a:pPr lvl="1"/>
            <a:r>
              <a:rPr lang="ru-RU" err="1">
                <a:ea typeface="+mn-lt"/>
                <a:cs typeface="+mn-lt"/>
              </a:rPr>
              <a:t>пісня</a:t>
            </a:r>
            <a:r>
              <a:rPr lang="ru-RU" dirty="0">
                <a:ea typeface="+mn-lt"/>
                <a:cs typeface="+mn-lt"/>
              </a:rPr>
              <a:t> 25 та </a:t>
            </a:r>
            <a:r>
              <a:rPr lang="ru-RU" err="1">
                <a:ea typeface="+mn-lt"/>
                <a:cs typeface="+mn-lt"/>
              </a:rPr>
              <a:t>запис</a:t>
            </a:r>
            <a:r>
              <a:rPr lang="ru-RU" dirty="0">
                <a:ea typeface="+mn-lt"/>
                <a:cs typeface="+mn-lt"/>
              </a:rPr>
              <a:t> </a:t>
            </a:r>
            <a:r>
              <a:rPr lang="ru-RU" err="1">
                <a:ea typeface="+mn-lt"/>
                <a:cs typeface="+mn-lt"/>
              </a:rPr>
              <a:t>матиме</a:t>
            </a:r>
            <a:r>
              <a:rPr lang="ru-RU" dirty="0">
                <a:ea typeface="+mn-lt"/>
                <a:cs typeface="+mn-lt"/>
              </a:rPr>
              <a:t> </a:t>
            </a:r>
            <a:r>
              <a:rPr lang="ru-RU" err="1">
                <a:ea typeface="+mn-lt"/>
                <a:cs typeface="+mn-lt"/>
              </a:rPr>
              <a:t>коефіцієнт</a:t>
            </a:r>
            <a:r>
              <a:rPr lang="ru-RU" dirty="0">
                <a:ea typeface="+mn-lt"/>
                <a:cs typeface="+mn-lt"/>
              </a:rPr>
              <a:t> </a:t>
            </a:r>
            <a:r>
              <a:rPr lang="ru-RU" err="1">
                <a:ea typeface="+mn-lt"/>
                <a:cs typeface="+mn-lt"/>
              </a:rPr>
              <a:t>відповідності</a:t>
            </a:r>
            <a:r>
              <a:rPr lang="ru-RU" dirty="0">
                <a:ea typeface="+mn-lt"/>
                <a:cs typeface="+mn-lt"/>
              </a:rPr>
              <a:t> 100%</a:t>
            </a:r>
            <a:endParaRPr lang="ru-RU" dirty="0"/>
          </a:p>
        </p:txBody>
      </p:sp>
    </p:spTree>
    <p:extLst>
      <p:ext uri="{BB962C8B-B14F-4D97-AF65-F5344CB8AC3E}">
        <p14:creationId xmlns:p14="http://schemas.microsoft.com/office/powerpoint/2010/main" val="682675532"/>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4E135F-691C-4290-B5D2-8E50233B2CF4}"/>
              </a:ext>
            </a:extLst>
          </p:cNvPr>
          <p:cNvSpPr>
            <a:spLocks noGrp="1"/>
          </p:cNvSpPr>
          <p:nvPr>
            <p:ph type="title"/>
          </p:nvPr>
        </p:nvSpPr>
        <p:spPr/>
        <p:txBody>
          <a:bodyPr/>
          <a:lstStyle/>
          <a:p>
            <a:r>
              <a:rPr lang="ru-RU" dirty="0"/>
              <a:t>Алгоритм </a:t>
            </a:r>
            <a:r>
              <a:rPr lang="ru-RU" dirty="0" err="1"/>
              <a:t>роботи</a:t>
            </a:r>
            <a:r>
              <a:rPr lang="ru-RU" dirty="0"/>
              <a:t>. 2 крок - </a:t>
            </a:r>
            <a:r>
              <a:rPr lang="ru-RU" dirty="0" err="1"/>
              <a:t>фільтрація</a:t>
            </a:r>
            <a:r>
              <a:rPr lang="ru-RU" dirty="0"/>
              <a:t> </a:t>
            </a:r>
            <a:r>
              <a:rPr lang="ru-RU" dirty="0" err="1"/>
              <a:t>результатів</a:t>
            </a:r>
            <a:r>
              <a:rPr lang="ru-RU" dirty="0"/>
              <a:t>.</a:t>
            </a:r>
          </a:p>
        </p:txBody>
      </p:sp>
      <p:sp>
        <p:nvSpPr>
          <p:cNvPr id="3" name="Объект 2">
            <a:extLst>
              <a:ext uri="{FF2B5EF4-FFF2-40B4-BE49-F238E27FC236}">
                <a16:creationId xmlns:a16="http://schemas.microsoft.com/office/drawing/2014/main" id="{C36B44E4-8D94-42EF-A7D0-242DCCFE4389}"/>
              </a:ext>
            </a:extLst>
          </p:cNvPr>
          <p:cNvSpPr>
            <a:spLocks noGrp="1"/>
          </p:cNvSpPr>
          <p:nvPr>
            <p:ph idx="1"/>
          </p:nvPr>
        </p:nvSpPr>
        <p:spPr>
          <a:xfrm>
            <a:off x="680321" y="2336873"/>
            <a:ext cx="9613861" cy="4254538"/>
          </a:xfrm>
        </p:spPr>
        <p:txBody>
          <a:bodyPr vert="horz" lIns="91440" tIns="45720" rIns="91440" bIns="45720" rtlCol="0" anchor="t">
            <a:normAutofit/>
          </a:bodyPr>
          <a:lstStyle/>
          <a:p>
            <a:r>
              <a:rPr lang="ru-RU" dirty="0">
                <a:ea typeface="+mn-lt"/>
                <a:cs typeface="+mn-lt"/>
              </a:rPr>
              <a:t>Ми </a:t>
            </a:r>
            <a:r>
              <a:rPr lang="ru-RU" dirty="0" err="1">
                <a:ea typeface="+mn-lt"/>
                <a:cs typeface="+mn-lt"/>
              </a:rPr>
              <a:t>залишимо</a:t>
            </a:r>
            <a:r>
              <a:rPr lang="ru-RU" dirty="0">
                <a:ea typeface="+mn-lt"/>
                <a:cs typeface="+mn-lt"/>
              </a:rPr>
              <a:t> </a:t>
            </a:r>
            <a:r>
              <a:rPr lang="ru-RU" dirty="0" err="1">
                <a:ea typeface="+mn-lt"/>
                <a:cs typeface="+mn-lt"/>
              </a:rPr>
              <a:t>тільки</a:t>
            </a:r>
            <a:r>
              <a:rPr lang="ru-RU" dirty="0">
                <a:ea typeface="+mn-lt"/>
                <a:cs typeface="+mn-lt"/>
              </a:rPr>
              <a:t> пари з </a:t>
            </a:r>
            <a:r>
              <a:rPr lang="ru-RU" dirty="0" err="1">
                <a:ea typeface="+mn-lt"/>
                <a:cs typeface="+mn-lt"/>
              </a:rPr>
              <a:t>пісень</a:t>
            </a:r>
            <a:r>
              <a:rPr lang="ru-RU" dirty="0">
                <a:ea typeface="+mn-lt"/>
                <a:cs typeface="+mn-lt"/>
              </a:rPr>
              <a:t> 13 і 25. </a:t>
            </a:r>
            <a:r>
              <a:rPr lang="ru-RU" dirty="0" err="1">
                <a:ea typeface="+mn-lt"/>
                <a:cs typeface="+mn-lt"/>
              </a:rPr>
              <a:t>Хоча</a:t>
            </a:r>
            <a:r>
              <a:rPr lang="ru-RU" dirty="0">
                <a:ea typeface="+mn-lt"/>
                <a:cs typeface="+mn-lt"/>
              </a:rPr>
              <a:t> </a:t>
            </a:r>
            <a:r>
              <a:rPr lang="ru-RU" dirty="0" err="1">
                <a:ea typeface="+mn-lt"/>
                <a:cs typeface="+mn-lt"/>
              </a:rPr>
              <a:t>пісні</a:t>
            </a:r>
            <a:r>
              <a:rPr lang="ru-RU" dirty="0">
                <a:ea typeface="+mn-lt"/>
                <a:cs typeface="+mn-lt"/>
              </a:rPr>
              <a:t> 1, 2, 5 і 8 </a:t>
            </a:r>
            <a:r>
              <a:rPr lang="ru-RU" dirty="0" err="1">
                <a:ea typeface="+mn-lt"/>
                <a:cs typeface="+mn-lt"/>
              </a:rPr>
              <a:t>мають</a:t>
            </a:r>
            <a:r>
              <a:rPr lang="ru-RU" dirty="0">
                <a:ea typeface="+mn-lt"/>
                <a:cs typeface="+mn-lt"/>
              </a:rPr>
              <a:t> </a:t>
            </a:r>
            <a:r>
              <a:rPr lang="ru-RU" dirty="0" err="1">
                <a:ea typeface="+mn-lt"/>
                <a:cs typeface="+mn-lt"/>
              </a:rPr>
              <a:t>безліч</a:t>
            </a:r>
            <a:r>
              <a:rPr lang="ru-RU" dirty="0">
                <a:ea typeface="+mn-lt"/>
                <a:cs typeface="+mn-lt"/>
              </a:rPr>
              <a:t> пар, </a:t>
            </a:r>
            <a:r>
              <a:rPr lang="ru-RU" dirty="0" err="1">
                <a:ea typeface="+mn-lt"/>
                <a:cs typeface="+mn-lt"/>
              </a:rPr>
              <a:t>що</a:t>
            </a:r>
            <a:r>
              <a:rPr lang="ru-RU" dirty="0">
                <a:ea typeface="+mn-lt"/>
                <a:cs typeface="+mn-lt"/>
              </a:rPr>
              <a:t> </a:t>
            </a:r>
            <a:r>
              <a:rPr lang="ru-RU" dirty="0" err="1">
                <a:ea typeface="+mn-lt"/>
                <a:cs typeface="+mn-lt"/>
              </a:rPr>
              <a:t>збігаються</a:t>
            </a:r>
            <a:r>
              <a:rPr lang="ru-RU" dirty="0">
                <a:ea typeface="+mn-lt"/>
                <a:cs typeface="+mn-lt"/>
              </a:rPr>
              <a:t> </a:t>
            </a:r>
            <a:r>
              <a:rPr lang="ru-RU" dirty="0" err="1">
                <a:ea typeface="+mn-lt"/>
                <a:cs typeface="+mn-lt"/>
              </a:rPr>
              <a:t>із</a:t>
            </a:r>
            <a:r>
              <a:rPr lang="ru-RU" dirty="0">
                <a:ea typeface="+mn-lt"/>
                <a:cs typeface="+mn-lt"/>
              </a:rPr>
              <a:t> </a:t>
            </a:r>
            <a:r>
              <a:rPr lang="ru-RU" dirty="0" err="1">
                <a:ea typeface="+mn-lt"/>
                <a:cs typeface="+mn-lt"/>
              </a:rPr>
              <a:t>записом</a:t>
            </a:r>
            <a:r>
              <a:rPr lang="ru-RU" dirty="0">
                <a:ea typeface="+mn-lt"/>
                <a:cs typeface="+mn-lt"/>
              </a:rPr>
              <a:t>, </a:t>
            </a:r>
            <a:r>
              <a:rPr lang="ru-RU" dirty="0" err="1">
                <a:ea typeface="+mn-lt"/>
                <a:cs typeface="+mn-lt"/>
              </a:rPr>
              <a:t>жодна</a:t>
            </a:r>
            <a:r>
              <a:rPr lang="ru-RU" dirty="0">
                <a:ea typeface="+mn-lt"/>
                <a:cs typeface="+mn-lt"/>
              </a:rPr>
              <a:t> з них не </a:t>
            </a:r>
            <a:r>
              <a:rPr lang="ru-RU" dirty="0" err="1">
                <a:ea typeface="+mn-lt"/>
                <a:cs typeface="+mn-lt"/>
              </a:rPr>
              <a:t>утворює</a:t>
            </a:r>
            <a:r>
              <a:rPr lang="ru-RU" dirty="0">
                <a:ea typeface="+mn-lt"/>
                <a:cs typeface="+mn-lt"/>
              </a:rPr>
              <a:t> </a:t>
            </a:r>
            <a:r>
              <a:rPr lang="ru-RU" dirty="0" err="1">
                <a:ea typeface="+mn-lt"/>
                <a:cs typeface="+mn-lt"/>
              </a:rPr>
              <a:t>принаймні</a:t>
            </a:r>
            <a:r>
              <a:rPr lang="ru-RU" dirty="0">
                <a:ea typeface="+mn-lt"/>
                <a:cs typeface="+mn-lt"/>
              </a:rPr>
              <a:t> одну </a:t>
            </a:r>
            <a:r>
              <a:rPr lang="ru-RU" dirty="0" err="1">
                <a:ea typeface="+mn-lt"/>
                <a:cs typeface="+mn-lt"/>
              </a:rPr>
              <a:t>цільову</a:t>
            </a:r>
            <a:r>
              <a:rPr lang="ru-RU" dirty="0">
                <a:ea typeface="+mn-lt"/>
                <a:cs typeface="+mn-lt"/>
              </a:rPr>
              <a:t> зону (5 </a:t>
            </a:r>
            <a:r>
              <a:rPr lang="ru-RU" dirty="0" err="1">
                <a:ea typeface="+mn-lt"/>
                <a:cs typeface="+mn-lt"/>
              </a:rPr>
              <a:t>точок</a:t>
            </a:r>
            <a:r>
              <a:rPr lang="ru-RU" dirty="0">
                <a:ea typeface="+mn-lt"/>
                <a:cs typeface="+mn-lt"/>
              </a:rPr>
              <a:t>), </a:t>
            </a:r>
            <a:r>
              <a:rPr lang="ru-RU" dirty="0" err="1">
                <a:ea typeface="+mn-lt"/>
                <a:cs typeface="+mn-lt"/>
              </a:rPr>
              <a:t>загальну</a:t>
            </a:r>
            <a:r>
              <a:rPr lang="ru-RU" dirty="0">
                <a:ea typeface="+mn-lt"/>
                <a:cs typeface="+mn-lt"/>
              </a:rPr>
              <a:t> </a:t>
            </a:r>
            <a:r>
              <a:rPr lang="ru-RU" dirty="0" err="1">
                <a:ea typeface="+mn-lt"/>
                <a:cs typeface="+mn-lt"/>
              </a:rPr>
              <a:t>із</a:t>
            </a:r>
            <a:r>
              <a:rPr lang="ru-RU" dirty="0">
                <a:ea typeface="+mn-lt"/>
                <a:cs typeface="+mn-lt"/>
              </a:rPr>
              <a:t> </a:t>
            </a:r>
            <a:r>
              <a:rPr lang="ru-RU" dirty="0" err="1">
                <a:ea typeface="+mn-lt"/>
                <a:cs typeface="+mn-lt"/>
              </a:rPr>
              <a:t>записом</a:t>
            </a:r>
            <a:r>
              <a:rPr lang="ru-RU" dirty="0">
                <a:ea typeface="+mn-lt"/>
                <a:cs typeface="+mn-lt"/>
              </a:rPr>
              <a:t>. </a:t>
            </a:r>
          </a:p>
          <a:p>
            <a:r>
              <a:rPr lang="ru-RU" dirty="0">
                <a:ea typeface="+mn-lt"/>
                <a:cs typeface="+mn-lt"/>
              </a:rPr>
              <a:t>Треки 10 і 17 </a:t>
            </a:r>
            <a:r>
              <a:rPr lang="ru-RU" dirty="0" err="1">
                <a:ea typeface="+mn-lt"/>
                <a:cs typeface="+mn-lt"/>
              </a:rPr>
              <a:t>мають</a:t>
            </a:r>
            <a:r>
              <a:rPr lang="ru-RU" dirty="0">
                <a:ea typeface="+mn-lt"/>
                <a:cs typeface="+mn-lt"/>
              </a:rPr>
              <a:t> </a:t>
            </a:r>
            <a:r>
              <a:rPr lang="ru-RU" dirty="0" err="1">
                <a:ea typeface="+mn-lt"/>
                <a:cs typeface="+mn-lt"/>
              </a:rPr>
              <a:t>кілька</a:t>
            </a:r>
            <a:r>
              <a:rPr lang="ru-RU" dirty="0">
                <a:ea typeface="+mn-lt"/>
                <a:cs typeface="+mn-lt"/>
              </a:rPr>
              <a:t> </a:t>
            </a:r>
            <a:r>
              <a:rPr lang="ru-RU" dirty="0" err="1">
                <a:ea typeface="+mn-lt"/>
                <a:cs typeface="+mn-lt"/>
              </a:rPr>
              <a:t>загальних</a:t>
            </a:r>
            <a:r>
              <a:rPr lang="ru-RU" dirty="0">
                <a:ea typeface="+mn-lt"/>
                <a:cs typeface="+mn-lt"/>
              </a:rPr>
              <a:t> </a:t>
            </a:r>
            <a:r>
              <a:rPr lang="ru-RU" dirty="0" err="1">
                <a:ea typeface="+mn-lt"/>
                <a:cs typeface="+mn-lt"/>
              </a:rPr>
              <a:t>із</a:t>
            </a:r>
            <a:r>
              <a:rPr lang="ru-RU" dirty="0">
                <a:ea typeface="+mn-lt"/>
                <a:cs typeface="+mn-lt"/>
              </a:rPr>
              <a:t> </a:t>
            </a:r>
            <a:r>
              <a:rPr lang="ru-RU" dirty="0" err="1">
                <a:ea typeface="+mn-lt"/>
                <a:cs typeface="+mn-lt"/>
              </a:rPr>
              <a:t>записом</a:t>
            </a:r>
            <a:r>
              <a:rPr lang="ru-RU" dirty="0">
                <a:ea typeface="+mn-lt"/>
                <a:cs typeface="+mn-lt"/>
              </a:rPr>
              <a:t> </a:t>
            </a:r>
            <a:r>
              <a:rPr lang="ru-RU" dirty="0" err="1">
                <a:ea typeface="+mn-lt"/>
                <a:cs typeface="+mn-lt"/>
              </a:rPr>
              <a:t>цільових</a:t>
            </a:r>
            <a:r>
              <a:rPr lang="ru-RU" dirty="0">
                <a:ea typeface="+mn-lt"/>
                <a:cs typeface="+mn-lt"/>
              </a:rPr>
              <a:t> зон, </a:t>
            </a:r>
            <a:r>
              <a:rPr lang="ru-RU" dirty="0" err="1">
                <a:ea typeface="+mn-lt"/>
                <a:cs typeface="+mn-lt"/>
              </a:rPr>
              <a:t>проте</a:t>
            </a:r>
            <a:r>
              <a:rPr lang="ru-RU" dirty="0">
                <a:ea typeface="+mn-lt"/>
                <a:cs typeface="+mn-lt"/>
              </a:rPr>
              <a:t> </a:t>
            </a:r>
            <a:r>
              <a:rPr lang="ru-RU" dirty="0" err="1">
                <a:ea typeface="+mn-lt"/>
                <a:cs typeface="+mn-lt"/>
              </a:rPr>
              <a:t>їхній</a:t>
            </a:r>
            <a:r>
              <a:rPr lang="ru-RU" dirty="0">
                <a:ea typeface="+mn-lt"/>
                <a:cs typeface="+mn-lt"/>
              </a:rPr>
              <a:t> </a:t>
            </a:r>
            <a:r>
              <a:rPr lang="ru-RU" dirty="0" err="1">
                <a:ea typeface="+mn-lt"/>
                <a:cs typeface="+mn-lt"/>
              </a:rPr>
              <a:t>відсоток</a:t>
            </a:r>
            <a:r>
              <a:rPr lang="ru-RU" dirty="0">
                <a:ea typeface="+mn-lt"/>
                <a:cs typeface="+mn-lt"/>
              </a:rPr>
              <a:t> </a:t>
            </a:r>
            <a:r>
              <a:rPr lang="ru-RU" dirty="0" err="1">
                <a:ea typeface="+mn-lt"/>
                <a:cs typeface="+mn-lt"/>
              </a:rPr>
              <a:t>досить</a:t>
            </a:r>
            <a:r>
              <a:rPr lang="ru-RU" dirty="0">
                <a:ea typeface="+mn-lt"/>
                <a:cs typeface="+mn-lt"/>
              </a:rPr>
              <a:t> </a:t>
            </a:r>
            <a:r>
              <a:rPr lang="ru-RU" dirty="0" err="1">
                <a:ea typeface="+mn-lt"/>
                <a:cs typeface="+mn-lt"/>
              </a:rPr>
              <a:t>низький</a:t>
            </a:r>
            <a:r>
              <a:rPr lang="ru-RU" dirty="0">
                <a:ea typeface="+mn-lt"/>
                <a:cs typeface="+mn-lt"/>
              </a:rPr>
              <a:t>, тому ми </a:t>
            </a:r>
            <a:r>
              <a:rPr lang="ru-RU" dirty="0" err="1">
                <a:ea typeface="+mn-lt"/>
                <a:cs typeface="+mn-lt"/>
              </a:rPr>
              <a:t>їх</a:t>
            </a:r>
            <a:r>
              <a:rPr lang="ru-RU" dirty="0">
                <a:ea typeface="+mn-lt"/>
                <a:cs typeface="+mn-lt"/>
              </a:rPr>
              <a:t> </a:t>
            </a:r>
            <a:r>
              <a:rPr lang="ru-RU" dirty="0" err="1">
                <a:ea typeface="+mn-lt"/>
                <a:cs typeface="+mn-lt"/>
              </a:rPr>
              <a:t>теж</a:t>
            </a:r>
            <a:r>
              <a:rPr lang="ru-RU" dirty="0">
                <a:ea typeface="+mn-lt"/>
                <a:cs typeface="+mn-lt"/>
              </a:rPr>
              <a:t> не </a:t>
            </a:r>
            <a:r>
              <a:rPr lang="ru-RU" dirty="0" err="1">
                <a:ea typeface="+mn-lt"/>
                <a:cs typeface="+mn-lt"/>
              </a:rPr>
              <a:t>беремо</a:t>
            </a:r>
            <a:r>
              <a:rPr lang="ru-RU" dirty="0">
                <a:ea typeface="+mn-lt"/>
                <a:cs typeface="+mn-lt"/>
              </a:rPr>
              <a:t>. </a:t>
            </a:r>
            <a:r>
              <a:rPr lang="ru-RU" dirty="0" err="1">
                <a:ea typeface="+mn-lt"/>
                <a:cs typeface="+mn-lt"/>
              </a:rPr>
              <a:t>Цей</a:t>
            </a:r>
            <a:r>
              <a:rPr lang="ru-RU" dirty="0">
                <a:ea typeface="+mn-lt"/>
                <a:cs typeface="+mn-lt"/>
              </a:rPr>
              <a:t> крок </a:t>
            </a:r>
            <a:r>
              <a:rPr lang="ru-RU" dirty="0" err="1">
                <a:ea typeface="+mn-lt"/>
                <a:cs typeface="+mn-lt"/>
              </a:rPr>
              <a:t>може</a:t>
            </a:r>
            <a:r>
              <a:rPr lang="ru-RU" dirty="0">
                <a:ea typeface="+mn-lt"/>
                <a:cs typeface="+mn-lt"/>
              </a:rPr>
              <a:t> </a:t>
            </a:r>
            <a:r>
              <a:rPr lang="ru-RU" dirty="0" err="1">
                <a:ea typeface="+mn-lt"/>
                <a:cs typeface="+mn-lt"/>
              </a:rPr>
              <a:t>відфільтрувати</a:t>
            </a:r>
            <a:r>
              <a:rPr lang="ru-RU" dirty="0">
                <a:ea typeface="+mn-lt"/>
                <a:cs typeface="+mn-lt"/>
              </a:rPr>
              <a:t> </a:t>
            </a:r>
            <a:r>
              <a:rPr lang="ru-RU" dirty="0" err="1">
                <a:ea typeface="+mn-lt"/>
                <a:cs typeface="+mn-lt"/>
              </a:rPr>
              <a:t>безліч</a:t>
            </a:r>
            <a:r>
              <a:rPr lang="ru-RU" dirty="0">
                <a:ea typeface="+mn-lt"/>
                <a:cs typeface="+mn-lt"/>
              </a:rPr>
              <a:t> </a:t>
            </a:r>
            <a:r>
              <a:rPr lang="ru-RU" dirty="0" err="1">
                <a:ea typeface="+mn-lt"/>
                <a:cs typeface="+mn-lt"/>
              </a:rPr>
              <a:t>помилкових</a:t>
            </a:r>
            <a:r>
              <a:rPr lang="ru-RU" dirty="0">
                <a:ea typeface="+mn-lt"/>
                <a:cs typeface="+mn-lt"/>
              </a:rPr>
              <a:t> </a:t>
            </a:r>
            <a:r>
              <a:rPr lang="ru-RU" dirty="0" err="1">
                <a:ea typeface="+mn-lt"/>
                <a:cs typeface="+mn-lt"/>
              </a:rPr>
              <a:t>результатів</a:t>
            </a:r>
            <a:r>
              <a:rPr lang="ru-RU" dirty="0">
                <a:ea typeface="+mn-lt"/>
                <a:cs typeface="+mn-lt"/>
              </a:rPr>
              <a:t>, тому </a:t>
            </a:r>
            <a:r>
              <a:rPr lang="ru-RU" dirty="0" err="1">
                <a:ea typeface="+mn-lt"/>
                <a:cs typeface="+mn-lt"/>
              </a:rPr>
              <a:t>що</a:t>
            </a:r>
            <a:r>
              <a:rPr lang="ru-RU" dirty="0">
                <a:ea typeface="+mn-lt"/>
                <a:cs typeface="+mn-lt"/>
              </a:rPr>
              <a:t> база </a:t>
            </a:r>
            <a:r>
              <a:rPr lang="ru-RU" dirty="0" err="1">
                <a:ea typeface="+mn-lt"/>
                <a:cs typeface="+mn-lt"/>
              </a:rPr>
              <a:t>зліпків</a:t>
            </a:r>
            <a:r>
              <a:rPr lang="ru-RU" dirty="0">
                <a:ea typeface="+mn-lt"/>
                <a:cs typeface="+mn-lt"/>
              </a:rPr>
              <a:t> </a:t>
            </a:r>
            <a:r>
              <a:rPr lang="ru-RU" dirty="0" err="1">
                <a:ea typeface="+mn-lt"/>
                <a:cs typeface="+mn-lt"/>
              </a:rPr>
              <a:t>пісень</a:t>
            </a:r>
            <a:r>
              <a:rPr lang="ru-RU" dirty="0">
                <a:ea typeface="+mn-lt"/>
                <a:cs typeface="+mn-lt"/>
              </a:rPr>
              <a:t> в </a:t>
            </a:r>
            <a:r>
              <a:rPr lang="ru-RU" dirty="0" err="1">
                <a:ea typeface="+mn-lt"/>
                <a:cs typeface="+mn-lt"/>
              </a:rPr>
              <a:t>Shazam</a:t>
            </a:r>
            <a:r>
              <a:rPr lang="ru-RU" dirty="0">
                <a:ea typeface="+mn-lt"/>
                <a:cs typeface="+mn-lt"/>
              </a:rPr>
              <a:t> </a:t>
            </a:r>
            <a:r>
              <a:rPr lang="ru-RU" dirty="0" err="1">
                <a:ea typeface="+mn-lt"/>
                <a:cs typeface="+mn-lt"/>
              </a:rPr>
              <a:t>має</a:t>
            </a:r>
            <a:r>
              <a:rPr lang="ru-RU" dirty="0">
                <a:ea typeface="+mn-lt"/>
                <a:cs typeface="+mn-lt"/>
              </a:rPr>
              <a:t> </a:t>
            </a:r>
            <a:r>
              <a:rPr lang="ru-RU" dirty="0" err="1">
                <a:ea typeface="+mn-lt"/>
                <a:cs typeface="+mn-lt"/>
              </a:rPr>
              <a:t>багато</a:t>
            </a:r>
            <a:r>
              <a:rPr lang="ru-RU" dirty="0">
                <a:ea typeface="+mn-lt"/>
                <a:cs typeface="+mn-lt"/>
              </a:rPr>
              <a:t> пар для </a:t>
            </a:r>
            <a:r>
              <a:rPr lang="ru-RU" dirty="0" err="1">
                <a:ea typeface="+mn-lt"/>
                <a:cs typeface="+mn-lt"/>
              </a:rPr>
              <a:t>однієї</a:t>
            </a:r>
            <a:r>
              <a:rPr lang="ru-RU" dirty="0">
                <a:ea typeface="+mn-lt"/>
                <a:cs typeface="+mn-lt"/>
              </a:rPr>
              <a:t> й </a:t>
            </a:r>
            <a:r>
              <a:rPr lang="ru-RU" dirty="0" err="1">
                <a:ea typeface="+mn-lt"/>
                <a:cs typeface="+mn-lt"/>
              </a:rPr>
              <a:t>тієї</a:t>
            </a:r>
            <a:r>
              <a:rPr lang="ru-RU" dirty="0">
                <a:ea typeface="+mn-lt"/>
                <a:cs typeface="+mn-lt"/>
              </a:rPr>
              <a:t> ж </a:t>
            </a:r>
            <a:r>
              <a:rPr lang="ru-RU" dirty="0" err="1">
                <a:ea typeface="+mn-lt"/>
                <a:cs typeface="+mn-lt"/>
              </a:rPr>
              <a:t>адреси</a:t>
            </a:r>
            <a:r>
              <a:rPr lang="ru-RU" dirty="0">
                <a:ea typeface="+mn-lt"/>
                <a:cs typeface="+mn-lt"/>
              </a:rPr>
              <a:t>, і </a:t>
            </a:r>
            <a:r>
              <a:rPr lang="ru-RU" dirty="0" err="1">
                <a:ea typeface="+mn-lt"/>
                <a:cs typeface="+mn-lt"/>
              </a:rPr>
              <a:t>ви</a:t>
            </a:r>
            <a:r>
              <a:rPr lang="ru-RU" dirty="0">
                <a:ea typeface="+mn-lt"/>
                <a:cs typeface="+mn-lt"/>
              </a:rPr>
              <a:t> можете легко </a:t>
            </a:r>
            <a:r>
              <a:rPr lang="ru-RU" dirty="0" err="1">
                <a:ea typeface="+mn-lt"/>
                <a:cs typeface="+mn-lt"/>
              </a:rPr>
              <a:t>знайти</a:t>
            </a:r>
            <a:r>
              <a:rPr lang="ru-RU" dirty="0">
                <a:ea typeface="+mn-lt"/>
                <a:cs typeface="+mn-lt"/>
              </a:rPr>
              <a:t> пари з </a:t>
            </a:r>
            <a:r>
              <a:rPr lang="ru-RU" dirty="0" err="1">
                <a:ea typeface="+mn-lt"/>
                <a:cs typeface="+mn-lt"/>
              </a:rPr>
              <a:t>однаковими</a:t>
            </a:r>
            <a:r>
              <a:rPr lang="ru-RU" dirty="0">
                <a:ea typeface="+mn-lt"/>
                <a:cs typeface="+mn-lt"/>
              </a:rPr>
              <a:t> адресами, </a:t>
            </a:r>
            <a:r>
              <a:rPr lang="ru-RU" dirty="0" err="1">
                <a:ea typeface="+mn-lt"/>
                <a:cs typeface="+mn-lt"/>
              </a:rPr>
              <a:t>які</a:t>
            </a:r>
            <a:r>
              <a:rPr lang="ru-RU" dirty="0">
                <a:ea typeface="+mn-lt"/>
                <a:cs typeface="+mn-lt"/>
              </a:rPr>
              <a:t> не належать до </a:t>
            </a:r>
            <a:r>
              <a:rPr lang="ru-RU" dirty="0" err="1">
                <a:ea typeface="+mn-lt"/>
                <a:cs typeface="+mn-lt"/>
              </a:rPr>
              <a:t>однієї</a:t>
            </a:r>
            <a:r>
              <a:rPr lang="ru-RU" dirty="0">
                <a:ea typeface="+mn-lt"/>
                <a:cs typeface="+mn-lt"/>
              </a:rPr>
              <a:t> і </a:t>
            </a:r>
            <a:r>
              <a:rPr lang="ru-RU" dirty="0" err="1">
                <a:ea typeface="+mn-lt"/>
                <a:cs typeface="+mn-lt"/>
              </a:rPr>
              <a:t>тієї</a:t>
            </a:r>
            <a:r>
              <a:rPr lang="ru-RU" dirty="0">
                <a:ea typeface="+mn-lt"/>
                <a:cs typeface="+mn-lt"/>
              </a:rPr>
              <a:t> ж </a:t>
            </a:r>
            <a:r>
              <a:rPr lang="ru-RU" dirty="0" err="1">
                <a:ea typeface="+mn-lt"/>
                <a:cs typeface="+mn-lt"/>
              </a:rPr>
              <a:t>цільової</a:t>
            </a:r>
            <a:r>
              <a:rPr lang="ru-RU" dirty="0">
                <a:ea typeface="+mn-lt"/>
                <a:cs typeface="+mn-lt"/>
              </a:rPr>
              <a:t> </a:t>
            </a:r>
            <a:r>
              <a:rPr lang="ru-RU" dirty="0" err="1">
                <a:ea typeface="+mn-lt"/>
                <a:cs typeface="+mn-lt"/>
              </a:rPr>
              <a:t>зони</a:t>
            </a:r>
            <a:r>
              <a:rPr lang="ru-RU" dirty="0">
                <a:ea typeface="+mn-lt"/>
                <a:cs typeface="+mn-lt"/>
              </a:rPr>
              <a:t>. </a:t>
            </a:r>
            <a:endParaRPr lang="ru-RU" dirty="0"/>
          </a:p>
        </p:txBody>
      </p:sp>
    </p:spTree>
    <p:extLst>
      <p:ext uri="{BB962C8B-B14F-4D97-AF65-F5344CB8AC3E}">
        <p14:creationId xmlns:p14="http://schemas.microsoft.com/office/powerpoint/2010/main" val="400153347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4E135F-691C-4290-B5D2-8E50233B2CF4}"/>
              </a:ext>
            </a:extLst>
          </p:cNvPr>
          <p:cNvSpPr>
            <a:spLocks noGrp="1"/>
          </p:cNvSpPr>
          <p:nvPr>
            <p:ph type="title"/>
          </p:nvPr>
        </p:nvSpPr>
        <p:spPr/>
        <p:txBody>
          <a:bodyPr/>
          <a:lstStyle/>
          <a:p>
            <a:r>
              <a:rPr lang="ru-RU" dirty="0"/>
              <a:t>Алгоритм </a:t>
            </a:r>
            <a:r>
              <a:rPr lang="ru-RU" dirty="0" err="1"/>
              <a:t>роботи</a:t>
            </a:r>
            <a:r>
              <a:rPr lang="ru-RU" dirty="0"/>
              <a:t>. 2 крок - </a:t>
            </a:r>
            <a:r>
              <a:rPr lang="ru-RU" dirty="0" err="1"/>
              <a:t>фільтрація</a:t>
            </a:r>
            <a:r>
              <a:rPr lang="ru-RU" dirty="0"/>
              <a:t> </a:t>
            </a:r>
            <a:r>
              <a:rPr lang="ru-RU" dirty="0" err="1"/>
              <a:t>результатів</a:t>
            </a:r>
            <a:r>
              <a:rPr lang="ru-RU" dirty="0"/>
              <a:t>.</a:t>
            </a:r>
          </a:p>
        </p:txBody>
      </p:sp>
      <p:sp>
        <p:nvSpPr>
          <p:cNvPr id="3" name="Объект 2">
            <a:extLst>
              <a:ext uri="{FF2B5EF4-FFF2-40B4-BE49-F238E27FC236}">
                <a16:creationId xmlns:a16="http://schemas.microsoft.com/office/drawing/2014/main" id="{C36B44E4-8D94-42EF-A7D0-242DCCFE4389}"/>
              </a:ext>
            </a:extLst>
          </p:cNvPr>
          <p:cNvSpPr>
            <a:spLocks noGrp="1"/>
          </p:cNvSpPr>
          <p:nvPr>
            <p:ph idx="1"/>
          </p:nvPr>
        </p:nvSpPr>
        <p:spPr>
          <a:xfrm>
            <a:off x="680321" y="2336873"/>
            <a:ext cx="9613861" cy="4254538"/>
          </a:xfrm>
        </p:spPr>
        <p:txBody>
          <a:bodyPr vert="horz" lIns="91440" tIns="45720" rIns="91440" bIns="45720" rtlCol="0" anchor="t">
            <a:normAutofit fontScale="92500" lnSpcReduction="20000"/>
          </a:bodyPr>
          <a:lstStyle/>
          <a:p>
            <a:r>
              <a:rPr lang="ru-RU" dirty="0" err="1">
                <a:ea typeface="+mn-lt"/>
                <a:cs typeface="+mn-lt"/>
              </a:rPr>
              <a:t>Перебір</a:t>
            </a:r>
            <a:r>
              <a:rPr lang="ru-RU" dirty="0">
                <a:ea typeface="+mn-lt"/>
                <a:cs typeface="+mn-lt"/>
              </a:rPr>
              <a:t> </a:t>
            </a:r>
            <a:r>
              <a:rPr lang="ru-RU" dirty="0" err="1">
                <a:ea typeface="+mn-lt"/>
                <a:cs typeface="+mn-lt"/>
              </a:rPr>
              <a:t>усіх</a:t>
            </a:r>
            <a:r>
              <a:rPr lang="ru-RU" dirty="0">
                <a:ea typeface="+mn-lt"/>
                <a:cs typeface="+mn-lt"/>
              </a:rPr>
              <a:t> пар M та </a:t>
            </a:r>
            <a:r>
              <a:rPr lang="ru-RU" dirty="0" err="1">
                <a:ea typeface="+mn-lt"/>
                <a:cs typeface="+mn-lt"/>
              </a:rPr>
              <a:t>підрахунок</a:t>
            </a:r>
            <a:r>
              <a:rPr lang="ru-RU" dirty="0">
                <a:ea typeface="+mn-lt"/>
                <a:cs typeface="+mn-lt"/>
              </a:rPr>
              <a:t> в хеш-</a:t>
            </a:r>
            <a:r>
              <a:rPr lang="ru-RU" dirty="0" err="1">
                <a:ea typeface="+mn-lt"/>
                <a:cs typeface="+mn-lt"/>
              </a:rPr>
              <a:t>таблиці</a:t>
            </a:r>
            <a:r>
              <a:rPr lang="ru-RU" dirty="0">
                <a:ea typeface="+mn-lt"/>
                <a:cs typeface="+mn-lt"/>
              </a:rPr>
              <a:t> </a:t>
            </a:r>
            <a:r>
              <a:rPr lang="ru-RU" dirty="0" err="1">
                <a:ea typeface="+mn-lt"/>
                <a:cs typeface="+mn-lt"/>
              </a:rPr>
              <a:t>кількості</a:t>
            </a:r>
            <a:r>
              <a:rPr lang="ru-RU" dirty="0">
                <a:ea typeface="+mn-lt"/>
                <a:cs typeface="+mn-lt"/>
              </a:rPr>
              <a:t> </a:t>
            </a:r>
            <a:r>
              <a:rPr lang="ru-RU" dirty="0" err="1">
                <a:ea typeface="+mn-lt"/>
                <a:cs typeface="+mn-lt"/>
              </a:rPr>
              <a:t>разів</a:t>
            </a:r>
            <a:r>
              <a:rPr lang="ru-RU" dirty="0">
                <a:ea typeface="+mn-lt"/>
                <a:cs typeface="+mn-lt"/>
              </a:rPr>
              <a:t>, коли </a:t>
            </a:r>
            <a:r>
              <a:rPr lang="ru-RU" dirty="0" err="1">
                <a:ea typeface="+mn-lt"/>
                <a:cs typeface="+mn-lt"/>
              </a:rPr>
              <a:t>ця</a:t>
            </a:r>
            <a:r>
              <a:rPr lang="ru-RU" dirty="0">
                <a:ea typeface="+mn-lt"/>
                <a:cs typeface="+mn-lt"/>
              </a:rPr>
              <a:t> пара </a:t>
            </a:r>
            <a:r>
              <a:rPr lang="ru-RU" dirty="0" err="1">
                <a:ea typeface="+mn-lt"/>
                <a:cs typeface="+mn-lt"/>
              </a:rPr>
              <a:t>присутня</a:t>
            </a:r>
            <a:r>
              <a:rPr lang="ru-RU" dirty="0">
                <a:ea typeface="+mn-lt"/>
                <a:cs typeface="+mn-lt"/>
              </a:rPr>
              <a:t> у </a:t>
            </a:r>
            <a:r>
              <a:rPr lang="ru-RU" dirty="0" err="1">
                <a:ea typeface="+mn-lt"/>
                <a:cs typeface="+mn-lt"/>
              </a:rPr>
              <a:t>записі</a:t>
            </a:r>
            <a:r>
              <a:rPr lang="ru-RU" dirty="0">
                <a:ea typeface="+mn-lt"/>
                <a:cs typeface="+mn-lt"/>
              </a:rPr>
              <a:t>.</a:t>
            </a:r>
            <a:endParaRPr lang="ru-RU" dirty="0"/>
          </a:p>
          <a:p>
            <a:r>
              <a:rPr lang="ru-RU" dirty="0" err="1">
                <a:ea typeface="+mn-lt"/>
                <a:cs typeface="+mn-lt"/>
              </a:rPr>
              <a:t>Видалення</a:t>
            </a:r>
            <a:r>
              <a:rPr lang="ru-RU" dirty="0">
                <a:ea typeface="+mn-lt"/>
                <a:cs typeface="+mn-lt"/>
              </a:rPr>
              <a:t> </a:t>
            </a:r>
            <a:r>
              <a:rPr lang="ru-RU" dirty="0" err="1">
                <a:ea typeface="+mn-lt"/>
                <a:cs typeface="+mn-lt"/>
              </a:rPr>
              <a:t>всіх</a:t>
            </a:r>
            <a:r>
              <a:rPr lang="ru-RU" dirty="0">
                <a:ea typeface="+mn-lt"/>
                <a:cs typeface="+mn-lt"/>
              </a:rPr>
              <a:t> пар (</a:t>
            </a:r>
            <a:r>
              <a:rPr lang="ru-RU" dirty="0" err="1">
                <a:ea typeface="+mn-lt"/>
                <a:cs typeface="+mn-lt"/>
              </a:rPr>
              <a:t>тобто</a:t>
            </a:r>
            <a:r>
              <a:rPr lang="ru-RU" dirty="0">
                <a:ea typeface="+mn-lt"/>
                <a:cs typeface="+mn-lt"/>
              </a:rPr>
              <a:t> </a:t>
            </a:r>
            <a:r>
              <a:rPr lang="ru-RU" dirty="0" err="1">
                <a:ea typeface="+mn-lt"/>
                <a:cs typeface="+mn-lt"/>
              </a:rPr>
              <a:t>ключі</a:t>
            </a:r>
            <a:r>
              <a:rPr lang="ru-RU" dirty="0">
                <a:ea typeface="+mn-lt"/>
                <a:cs typeface="+mn-lt"/>
              </a:rPr>
              <a:t> хеш-</a:t>
            </a:r>
            <a:r>
              <a:rPr lang="ru-RU" dirty="0" err="1">
                <a:ea typeface="+mn-lt"/>
                <a:cs typeface="+mn-lt"/>
              </a:rPr>
              <a:t>таблиці</a:t>
            </a:r>
            <a:r>
              <a:rPr lang="ru-RU" dirty="0">
                <a:ea typeface="+mn-lt"/>
                <a:cs typeface="+mn-lt"/>
              </a:rPr>
              <a:t>), </a:t>
            </a:r>
            <a:r>
              <a:rPr lang="ru-RU" dirty="0" err="1">
                <a:ea typeface="+mn-lt"/>
                <a:cs typeface="+mn-lt"/>
              </a:rPr>
              <a:t>які</a:t>
            </a:r>
            <a:r>
              <a:rPr lang="ru-RU" dirty="0">
                <a:ea typeface="+mn-lt"/>
                <a:cs typeface="+mn-lt"/>
              </a:rPr>
              <a:t> </a:t>
            </a:r>
            <a:r>
              <a:rPr lang="ru-RU" dirty="0" err="1">
                <a:ea typeface="+mn-lt"/>
                <a:cs typeface="+mn-lt"/>
              </a:rPr>
              <a:t>з'являються</a:t>
            </a:r>
            <a:r>
              <a:rPr lang="ru-RU" dirty="0">
                <a:ea typeface="+mn-lt"/>
                <a:cs typeface="+mn-lt"/>
              </a:rPr>
              <a:t> </a:t>
            </a:r>
            <a:r>
              <a:rPr lang="ru-RU" dirty="0" err="1">
                <a:ea typeface="+mn-lt"/>
                <a:cs typeface="+mn-lt"/>
              </a:rPr>
              <a:t>менше</a:t>
            </a:r>
            <a:r>
              <a:rPr lang="ru-RU" dirty="0">
                <a:ea typeface="+mn-lt"/>
                <a:cs typeface="+mn-lt"/>
              </a:rPr>
              <a:t> 4 </a:t>
            </a:r>
            <a:r>
              <a:rPr lang="ru-RU" dirty="0" err="1">
                <a:ea typeface="+mn-lt"/>
                <a:cs typeface="+mn-lt"/>
              </a:rPr>
              <a:t>разів</a:t>
            </a:r>
            <a:r>
              <a:rPr lang="ru-RU" dirty="0">
                <a:ea typeface="+mn-lt"/>
                <a:cs typeface="+mn-lt"/>
              </a:rPr>
              <a:t> (</a:t>
            </a:r>
            <a:r>
              <a:rPr lang="ru-RU" dirty="0" err="1">
                <a:ea typeface="+mn-lt"/>
                <a:cs typeface="+mn-lt"/>
              </a:rPr>
              <a:t>іншими</a:t>
            </a:r>
            <a:r>
              <a:rPr lang="ru-RU" dirty="0">
                <a:ea typeface="+mn-lt"/>
                <a:cs typeface="+mn-lt"/>
              </a:rPr>
              <a:t> словами ми </a:t>
            </a:r>
            <a:r>
              <a:rPr lang="ru-RU" dirty="0" err="1">
                <a:ea typeface="+mn-lt"/>
                <a:cs typeface="+mn-lt"/>
              </a:rPr>
              <a:t>видаляємо</a:t>
            </a:r>
            <a:r>
              <a:rPr lang="ru-RU" dirty="0">
                <a:ea typeface="+mn-lt"/>
                <a:cs typeface="+mn-lt"/>
              </a:rPr>
              <a:t> </a:t>
            </a:r>
            <a:r>
              <a:rPr lang="ru-RU" dirty="0" err="1">
                <a:ea typeface="+mn-lt"/>
                <a:cs typeface="+mn-lt"/>
              </a:rPr>
              <a:t>всі</a:t>
            </a:r>
            <a:r>
              <a:rPr lang="ru-RU" dirty="0">
                <a:ea typeface="+mn-lt"/>
                <a:cs typeface="+mn-lt"/>
              </a:rPr>
              <a:t> точки, </a:t>
            </a:r>
            <a:r>
              <a:rPr lang="ru-RU" dirty="0" err="1">
                <a:ea typeface="+mn-lt"/>
                <a:cs typeface="+mn-lt"/>
              </a:rPr>
              <a:t>які</a:t>
            </a:r>
            <a:r>
              <a:rPr lang="ru-RU" dirty="0">
                <a:ea typeface="+mn-lt"/>
                <a:cs typeface="+mn-lt"/>
              </a:rPr>
              <a:t> не </a:t>
            </a:r>
            <a:r>
              <a:rPr lang="ru-RU" dirty="0" err="1">
                <a:ea typeface="+mn-lt"/>
                <a:cs typeface="+mn-lt"/>
              </a:rPr>
              <a:t>утворюють</a:t>
            </a:r>
            <a:r>
              <a:rPr lang="ru-RU" dirty="0">
                <a:ea typeface="+mn-lt"/>
                <a:cs typeface="+mn-lt"/>
              </a:rPr>
              <a:t> </a:t>
            </a:r>
            <a:r>
              <a:rPr lang="ru-RU" dirty="0" err="1">
                <a:ea typeface="+mn-lt"/>
                <a:cs typeface="+mn-lt"/>
              </a:rPr>
              <a:t>цільову</a:t>
            </a:r>
            <a:r>
              <a:rPr lang="ru-RU" dirty="0">
                <a:ea typeface="+mn-lt"/>
                <a:cs typeface="+mn-lt"/>
              </a:rPr>
              <a:t> зону)*.</a:t>
            </a:r>
            <a:endParaRPr lang="ru-RU" dirty="0"/>
          </a:p>
          <a:p>
            <a:r>
              <a:rPr lang="ru-RU" dirty="0" err="1">
                <a:ea typeface="+mn-lt"/>
                <a:cs typeface="+mn-lt"/>
              </a:rPr>
              <a:t>Підрахунок</a:t>
            </a:r>
            <a:r>
              <a:rPr lang="ru-RU" dirty="0">
                <a:ea typeface="+mn-lt"/>
                <a:cs typeface="+mn-lt"/>
              </a:rPr>
              <a:t> </a:t>
            </a:r>
            <a:r>
              <a:rPr lang="ru-RU" dirty="0" err="1">
                <a:ea typeface="+mn-lt"/>
                <a:cs typeface="+mn-lt"/>
              </a:rPr>
              <a:t>кількості</a:t>
            </a:r>
            <a:r>
              <a:rPr lang="ru-RU" dirty="0">
                <a:ea typeface="+mn-lt"/>
                <a:cs typeface="+mn-lt"/>
              </a:rPr>
              <a:t> </a:t>
            </a:r>
            <a:r>
              <a:rPr lang="ru-RU" dirty="0" err="1">
                <a:ea typeface="+mn-lt"/>
                <a:cs typeface="+mn-lt"/>
              </a:rPr>
              <a:t>разів</a:t>
            </a:r>
            <a:r>
              <a:rPr lang="ru-RU" dirty="0">
                <a:ea typeface="+mn-lt"/>
                <a:cs typeface="+mn-lt"/>
              </a:rPr>
              <a:t>, коли ID </a:t>
            </a:r>
            <a:r>
              <a:rPr lang="ru-RU" dirty="0" err="1">
                <a:ea typeface="+mn-lt"/>
                <a:cs typeface="+mn-lt"/>
              </a:rPr>
              <a:t>пісні</a:t>
            </a:r>
            <a:r>
              <a:rPr lang="ru-RU" dirty="0">
                <a:ea typeface="+mn-lt"/>
                <a:cs typeface="+mn-lt"/>
              </a:rPr>
              <a:t> є </a:t>
            </a:r>
            <a:r>
              <a:rPr lang="ru-RU" dirty="0" err="1">
                <a:ea typeface="+mn-lt"/>
                <a:cs typeface="+mn-lt"/>
              </a:rPr>
              <a:t>частиною</a:t>
            </a:r>
            <a:r>
              <a:rPr lang="ru-RU" dirty="0">
                <a:ea typeface="+mn-lt"/>
                <a:cs typeface="+mn-lt"/>
              </a:rPr>
              <a:t> ключа в хеш-</a:t>
            </a:r>
            <a:r>
              <a:rPr lang="ru-RU" dirty="0" err="1">
                <a:ea typeface="+mn-lt"/>
                <a:cs typeface="+mn-lt"/>
              </a:rPr>
              <a:t>таблиці</a:t>
            </a:r>
            <a:r>
              <a:rPr lang="ru-RU" dirty="0">
                <a:ea typeface="+mn-lt"/>
                <a:cs typeface="+mn-lt"/>
              </a:rPr>
              <a:t> (</a:t>
            </a:r>
            <a:r>
              <a:rPr lang="ru-RU" dirty="0" err="1">
                <a:ea typeface="+mn-lt"/>
                <a:cs typeface="+mn-lt"/>
              </a:rPr>
              <a:t>тобто</a:t>
            </a:r>
            <a:r>
              <a:rPr lang="ru-RU" dirty="0">
                <a:ea typeface="+mn-lt"/>
                <a:cs typeface="+mn-lt"/>
              </a:rPr>
              <a:t> ми </a:t>
            </a:r>
            <a:r>
              <a:rPr lang="ru-RU" dirty="0" err="1">
                <a:ea typeface="+mn-lt"/>
                <a:cs typeface="+mn-lt"/>
              </a:rPr>
              <a:t>підраховуємо</a:t>
            </a:r>
            <a:r>
              <a:rPr lang="ru-RU" dirty="0">
                <a:ea typeface="+mn-lt"/>
                <a:cs typeface="+mn-lt"/>
              </a:rPr>
              <a:t> </a:t>
            </a:r>
            <a:r>
              <a:rPr lang="ru-RU" dirty="0" err="1">
                <a:ea typeface="+mn-lt"/>
                <a:cs typeface="+mn-lt"/>
              </a:rPr>
              <a:t>кількість</a:t>
            </a:r>
            <a:r>
              <a:rPr lang="ru-RU" dirty="0">
                <a:ea typeface="+mn-lt"/>
                <a:cs typeface="+mn-lt"/>
              </a:rPr>
              <a:t> </a:t>
            </a:r>
            <a:r>
              <a:rPr lang="ru-RU" dirty="0" err="1">
                <a:ea typeface="+mn-lt"/>
                <a:cs typeface="+mn-lt"/>
              </a:rPr>
              <a:t>повних</a:t>
            </a:r>
            <a:r>
              <a:rPr lang="ru-RU" dirty="0">
                <a:ea typeface="+mn-lt"/>
                <a:cs typeface="+mn-lt"/>
              </a:rPr>
              <a:t> </a:t>
            </a:r>
            <a:r>
              <a:rPr lang="ru-RU" dirty="0" err="1">
                <a:ea typeface="+mn-lt"/>
                <a:cs typeface="+mn-lt"/>
              </a:rPr>
              <a:t>цільових</a:t>
            </a:r>
            <a:r>
              <a:rPr lang="ru-RU" dirty="0">
                <a:ea typeface="+mn-lt"/>
                <a:cs typeface="+mn-lt"/>
              </a:rPr>
              <a:t> зон у </a:t>
            </a:r>
            <a:r>
              <a:rPr lang="ru-RU" dirty="0" err="1">
                <a:ea typeface="+mn-lt"/>
                <a:cs typeface="+mn-lt"/>
              </a:rPr>
              <a:t>пісні</a:t>
            </a:r>
            <a:r>
              <a:rPr lang="ru-RU" dirty="0">
                <a:ea typeface="+mn-lt"/>
                <a:cs typeface="+mn-lt"/>
              </a:rPr>
              <a:t>. </a:t>
            </a:r>
            <a:r>
              <a:rPr lang="ru-RU" dirty="0" err="1">
                <a:ea typeface="+mn-lt"/>
                <a:cs typeface="+mn-lt"/>
              </a:rPr>
              <a:t>Оскільки</a:t>
            </a:r>
            <a:r>
              <a:rPr lang="ru-RU" dirty="0">
                <a:ea typeface="+mn-lt"/>
                <a:cs typeface="+mn-lt"/>
              </a:rPr>
              <a:t> </a:t>
            </a:r>
            <a:r>
              <a:rPr lang="ru-RU" dirty="0" err="1">
                <a:ea typeface="+mn-lt"/>
                <a:cs typeface="+mn-lt"/>
              </a:rPr>
              <a:t>наші</a:t>
            </a:r>
            <a:r>
              <a:rPr lang="ru-RU" dirty="0">
                <a:ea typeface="+mn-lt"/>
                <a:cs typeface="+mn-lt"/>
              </a:rPr>
              <a:t> пари M є в </a:t>
            </a:r>
            <a:r>
              <a:rPr lang="ru-RU" dirty="0" err="1">
                <a:ea typeface="+mn-lt"/>
                <a:cs typeface="+mn-lt"/>
              </a:rPr>
              <a:t>базі</a:t>
            </a:r>
            <a:r>
              <a:rPr lang="ru-RU" dirty="0">
                <a:ea typeface="+mn-lt"/>
                <a:cs typeface="+mn-lt"/>
              </a:rPr>
              <a:t> </a:t>
            </a:r>
            <a:r>
              <a:rPr lang="ru-RU" dirty="0" err="1">
                <a:ea typeface="+mn-lt"/>
                <a:cs typeface="+mn-lt"/>
              </a:rPr>
              <a:t>даних</a:t>
            </a:r>
            <a:r>
              <a:rPr lang="ru-RU" dirty="0">
                <a:ea typeface="+mn-lt"/>
                <a:cs typeface="+mn-lt"/>
              </a:rPr>
              <a:t> </a:t>
            </a:r>
            <a:r>
              <a:rPr lang="ru-RU" dirty="0" err="1">
                <a:ea typeface="+mn-lt"/>
                <a:cs typeface="+mn-lt"/>
              </a:rPr>
              <a:t>зліпків</a:t>
            </a:r>
            <a:r>
              <a:rPr lang="ru-RU" dirty="0">
                <a:ea typeface="+mn-lt"/>
                <a:cs typeface="+mn-lt"/>
              </a:rPr>
              <a:t>, </a:t>
            </a:r>
            <a:r>
              <a:rPr lang="ru-RU" dirty="0" err="1">
                <a:ea typeface="+mn-lt"/>
                <a:cs typeface="+mn-lt"/>
              </a:rPr>
              <a:t>їх</a:t>
            </a:r>
            <a:r>
              <a:rPr lang="ru-RU" dirty="0">
                <a:ea typeface="+mn-lt"/>
                <a:cs typeface="+mn-lt"/>
              </a:rPr>
              <a:t> </a:t>
            </a:r>
            <a:r>
              <a:rPr lang="ru-RU" dirty="0" err="1">
                <a:ea typeface="+mn-lt"/>
                <a:cs typeface="+mn-lt"/>
              </a:rPr>
              <a:t>цільові</a:t>
            </a:r>
            <a:r>
              <a:rPr lang="ru-RU" dirty="0">
                <a:ea typeface="+mn-lt"/>
                <a:cs typeface="+mn-lt"/>
              </a:rPr>
              <a:t> </a:t>
            </a:r>
            <a:r>
              <a:rPr lang="ru-RU" dirty="0" err="1">
                <a:ea typeface="+mn-lt"/>
                <a:cs typeface="+mn-lt"/>
              </a:rPr>
              <a:t>зони</a:t>
            </a:r>
            <a:r>
              <a:rPr lang="ru-RU" dirty="0">
                <a:ea typeface="+mn-lt"/>
                <a:cs typeface="+mn-lt"/>
              </a:rPr>
              <a:t> </a:t>
            </a:r>
            <a:r>
              <a:rPr lang="ru-RU" dirty="0" err="1">
                <a:ea typeface="+mn-lt"/>
                <a:cs typeface="+mn-lt"/>
              </a:rPr>
              <a:t>також</a:t>
            </a:r>
            <a:r>
              <a:rPr lang="ru-RU" dirty="0">
                <a:ea typeface="+mn-lt"/>
                <a:cs typeface="+mn-lt"/>
              </a:rPr>
              <a:t> </a:t>
            </a:r>
            <a:r>
              <a:rPr lang="ru-RU" dirty="0" err="1">
                <a:ea typeface="+mn-lt"/>
                <a:cs typeface="+mn-lt"/>
              </a:rPr>
              <a:t>знаходяться</a:t>
            </a:r>
            <a:r>
              <a:rPr lang="ru-RU" dirty="0">
                <a:ea typeface="+mn-lt"/>
                <a:cs typeface="+mn-lt"/>
              </a:rPr>
              <a:t> в </a:t>
            </a:r>
            <a:r>
              <a:rPr lang="ru-RU" dirty="0" err="1">
                <a:ea typeface="+mn-lt"/>
                <a:cs typeface="+mn-lt"/>
              </a:rPr>
              <a:t>записі</a:t>
            </a:r>
            <a:r>
              <a:rPr lang="ru-RU" dirty="0">
                <a:ea typeface="+mn-lt"/>
                <a:cs typeface="+mn-lt"/>
              </a:rPr>
              <a:t>).</a:t>
            </a:r>
            <a:endParaRPr lang="ru-RU" dirty="0"/>
          </a:p>
          <a:p>
            <a:r>
              <a:rPr lang="ru-RU" dirty="0" err="1">
                <a:ea typeface="+mn-lt"/>
                <a:cs typeface="+mn-lt"/>
              </a:rPr>
              <a:t>Збереження</a:t>
            </a:r>
            <a:r>
              <a:rPr lang="ru-RU" dirty="0">
                <a:ea typeface="+mn-lt"/>
                <a:cs typeface="+mn-lt"/>
              </a:rPr>
              <a:t> </a:t>
            </a:r>
            <a:r>
              <a:rPr lang="ru-RU" dirty="0" err="1">
                <a:ea typeface="+mn-lt"/>
                <a:cs typeface="+mn-lt"/>
              </a:rPr>
              <a:t>результатів</a:t>
            </a:r>
            <a:r>
              <a:rPr lang="ru-RU" dirty="0">
                <a:ea typeface="+mn-lt"/>
                <a:cs typeface="+mn-lt"/>
              </a:rPr>
              <a:t>, де номер </a:t>
            </a:r>
            <a:r>
              <a:rPr lang="ru-RU" dirty="0" err="1">
                <a:ea typeface="+mn-lt"/>
                <a:cs typeface="+mn-lt"/>
              </a:rPr>
              <a:t>цільової</a:t>
            </a:r>
            <a:r>
              <a:rPr lang="ru-RU" dirty="0">
                <a:ea typeface="+mn-lt"/>
                <a:cs typeface="+mn-lt"/>
              </a:rPr>
              <a:t> </a:t>
            </a:r>
            <a:r>
              <a:rPr lang="ru-RU" dirty="0" err="1">
                <a:ea typeface="+mn-lt"/>
                <a:cs typeface="+mn-lt"/>
              </a:rPr>
              <a:t>зони</a:t>
            </a:r>
            <a:r>
              <a:rPr lang="ru-RU" dirty="0">
                <a:ea typeface="+mn-lt"/>
                <a:cs typeface="+mn-lt"/>
              </a:rPr>
              <a:t> не </a:t>
            </a:r>
            <a:r>
              <a:rPr lang="ru-RU" dirty="0" err="1">
                <a:ea typeface="+mn-lt"/>
                <a:cs typeface="+mn-lt"/>
              </a:rPr>
              <a:t>вище</a:t>
            </a:r>
            <a:r>
              <a:rPr lang="ru-RU" dirty="0">
                <a:ea typeface="+mn-lt"/>
                <a:cs typeface="+mn-lt"/>
              </a:rPr>
              <a:t> 300*K (300 – </a:t>
            </a:r>
            <a:r>
              <a:rPr lang="ru-RU" dirty="0" err="1">
                <a:ea typeface="+mn-lt"/>
                <a:cs typeface="+mn-lt"/>
              </a:rPr>
              <a:t>це</a:t>
            </a:r>
            <a:r>
              <a:rPr lang="ru-RU" dirty="0">
                <a:ea typeface="+mn-lt"/>
                <a:cs typeface="+mn-lt"/>
              </a:rPr>
              <a:t> </a:t>
            </a:r>
            <a:r>
              <a:rPr lang="ru-RU" dirty="0" err="1">
                <a:ea typeface="+mn-lt"/>
                <a:cs typeface="+mn-lt"/>
              </a:rPr>
              <a:t>кількість</a:t>
            </a:r>
            <a:r>
              <a:rPr lang="ru-RU" dirty="0">
                <a:ea typeface="+mn-lt"/>
                <a:cs typeface="+mn-lt"/>
              </a:rPr>
              <a:t> </a:t>
            </a:r>
            <a:r>
              <a:rPr lang="ru-RU" dirty="0" err="1">
                <a:ea typeface="+mn-lt"/>
                <a:cs typeface="+mn-lt"/>
              </a:rPr>
              <a:t>цільових</a:t>
            </a:r>
            <a:r>
              <a:rPr lang="ru-RU" dirty="0">
                <a:ea typeface="+mn-lt"/>
                <a:cs typeface="+mn-lt"/>
              </a:rPr>
              <a:t> зон у </a:t>
            </a:r>
            <a:r>
              <a:rPr lang="ru-RU" dirty="0" err="1">
                <a:ea typeface="+mn-lt"/>
                <a:cs typeface="+mn-lt"/>
              </a:rPr>
              <a:t>записі</a:t>
            </a:r>
            <a:r>
              <a:rPr lang="ru-RU" dirty="0">
                <a:ea typeface="+mn-lt"/>
                <a:cs typeface="+mn-lt"/>
              </a:rPr>
              <a:t>, і ми </a:t>
            </a:r>
            <a:r>
              <a:rPr lang="ru-RU" dirty="0" err="1">
                <a:ea typeface="+mn-lt"/>
                <a:cs typeface="+mn-lt"/>
              </a:rPr>
              <a:t>зменшуємо</a:t>
            </a:r>
            <a:r>
              <a:rPr lang="ru-RU" dirty="0">
                <a:ea typeface="+mn-lt"/>
                <a:cs typeface="+mn-lt"/>
              </a:rPr>
              <a:t> </a:t>
            </a:r>
            <a:r>
              <a:rPr lang="ru-RU" dirty="0" err="1">
                <a:ea typeface="+mn-lt"/>
                <a:cs typeface="+mn-lt"/>
              </a:rPr>
              <a:t>це</a:t>
            </a:r>
            <a:r>
              <a:rPr lang="ru-RU" dirty="0">
                <a:ea typeface="+mn-lt"/>
                <a:cs typeface="+mn-lt"/>
              </a:rPr>
              <a:t> число за </a:t>
            </a:r>
            <a:r>
              <a:rPr lang="ru-RU" dirty="0" err="1">
                <a:ea typeface="+mn-lt"/>
                <a:cs typeface="+mn-lt"/>
              </a:rPr>
              <a:t>допомогою</a:t>
            </a:r>
            <a:r>
              <a:rPr lang="ru-RU" dirty="0">
                <a:ea typeface="+mn-lt"/>
                <a:cs typeface="+mn-lt"/>
              </a:rPr>
              <a:t> </a:t>
            </a:r>
            <a:r>
              <a:rPr lang="ru-RU" dirty="0" err="1">
                <a:ea typeface="+mn-lt"/>
                <a:cs typeface="+mn-lt"/>
              </a:rPr>
              <a:t>коефіцієнта</a:t>
            </a:r>
            <a:r>
              <a:rPr lang="ru-RU" dirty="0">
                <a:ea typeface="+mn-lt"/>
                <a:cs typeface="+mn-lt"/>
              </a:rPr>
              <a:t> через шум).</a:t>
            </a:r>
            <a:endParaRPr lang="ru-RU" dirty="0"/>
          </a:p>
          <a:p>
            <a:r>
              <a:rPr lang="ru-RU" dirty="0" err="1">
                <a:ea typeface="+mn-lt"/>
                <a:cs typeface="+mn-lt"/>
              </a:rPr>
              <a:t>Інші</a:t>
            </a:r>
            <a:r>
              <a:rPr lang="ru-RU" dirty="0">
                <a:ea typeface="+mn-lt"/>
                <a:cs typeface="+mn-lt"/>
              </a:rPr>
              <a:t> </a:t>
            </a:r>
            <a:r>
              <a:rPr lang="ru-RU" dirty="0" err="1">
                <a:ea typeface="+mn-lt"/>
                <a:cs typeface="+mn-lt"/>
              </a:rPr>
              <a:t>результати</a:t>
            </a:r>
            <a:r>
              <a:rPr lang="ru-RU" dirty="0">
                <a:ea typeface="+mn-lt"/>
                <a:cs typeface="+mn-lt"/>
              </a:rPr>
              <a:t> </a:t>
            </a:r>
            <a:r>
              <a:rPr lang="ru-RU" dirty="0" err="1">
                <a:ea typeface="+mn-lt"/>
                <a:cs typeface="+mn-lt"/>
              </a:rPr>
              <a:t>переміщуються</a:t>
            </a:r>
            <a:r>
              <a:rPr lang="ru-RU" dirty="0">
                <a:ea typeface="+mn-lt"/>
                <a:cs typeface="+mn-lt"/>
              </a:rPr>
              <a:t> в </a:t>
            </a:r>
            <a:r>
              <a:rPr lang="ru-RU" dirty="0" err="1">
                <a:ea typeface="+mn-lt"/>
                <a:cs typeface="+mn-lt"/>
              </a:rPr>
              <a:t>нову</a:t>
            </a:r>
            <a:r>
              <a:rPr lang="ru-RU" dirty="0">
                <a:ea typeface="+mn-lt"/>
                <a:cs typeface="+mn-lt"/>
              </a:rPr>
              <a:t> хеш-</a:t>
            </a:r>
            <a:r>
              <a:rPr lang="ru-RU" dirty="0" err="1">
                <a:ea typeface="+mn-lt"/>
                <a:cs typeface="+mn-lt"/>
              </a:rPr>
              <a:t>таблицю</a:t>
            </a:r>
            <a:r>
              <a:rPr lang="ru-RU" dirty="0">
                <a:ea typeface="+mn-lt"/>
                <a:cs typeface="+mn-lt"/>
              </a:rPr>
              <a:t>, </a:t>
            </a:r>
            <a:r>
              <a:rPr lang="ru-RU" dirty="0" err="1">
                <a:ea typeface="+mn-lt"/>
                <a:cs typeface="+mn-lt"/>
              </a:rPr>
              <a:t>індексом</a:t>
            </a:r>
            <a:r>
              <a:rPr lang="ru-RU" dirty="0">
                <a:ea typeface="+mn-lt"/>
                <a:cs typeface="+mn-lt"/>
              </a:rPr>
              <a:t> </a:t>
            </a:r>
            <a:r>
              <a:rPr lang="ru-RU" dirty="0" err="1">
                <a:ea typeface="+mn-lt"/>
                <a:cs typeface="+mn-lt"/>
              </a:rPr>
              <a:t>якої</a:t>
            </a:r>
            <a:r>
              <a:rPr lang="ru-RU" dirty="0">
                <a:ea typeface="+mn-lt"/>
                <a:cs typeface="+mn-lt"/>
              </a:rPr>
              <a:t> є ID </a:t>
            </a:r>
            <a:r>
              <a:rPr lang="ru-RU" dirty="0" err="1">
                <a:ea typeface="+mn-lt"/>
                <a:cs typeface="+mn-lt"/>
              </a:rPr>
              <a:t>пісні</a:t>
            </a:r>
            <a:r>
              <a:rPr lang="ru-RU" dirty="0">
                <a:ea typeface="+mn-lt"/>
                <a:cs typeface="+mn-lt"/>
              </a:rPr>
              <a:t> (</a:t>
            </a:r>
            <a:r>
              <a:rPr lang="ru-RU" dirty="0" err="1">
                <a:ea typeface="+mn-lt"/>
                <a:cs typeface="+mn-lt"/>
              </a:rPr>
              <a:t>цей</a:t>
            </a:r>
            <a:r>
              <a:rPr lang="ru-RU" dirty="0">
                <a:ea typeface="+mn-lt"/>
                <a:cs typeface="+mn-lt"/>
              </a:rPr>
              <a:t> хеш-файл буде </a:t>
            </a:r>
            <a:r>
              <a:rPr lang="ru-RU" dirty="0" err="1">
                <a:ea typeface="+mn-lt"/>
                <a:cs typeface="+mn-lt"/>
              </a:rPr>
              <a:t>корисним</a:t>
            </a:r>
            <a:r>
              <a:rPr lang="ru-RU" dirty="0">
                <a:ea typeface="+mn-lt"/>
                <a:cs typeface="+mn-lt"/>
              </a:rPr>
              <a:t> для </a:t>
            </a:r>
            <a:r>
              <a:rPr lang="ru-RU" dirty="0" err="1">
                <a:ea typeface="+mn-lt"/>
                <a:cs typeface="+mn-lt"/>
              </a:rPr>
              <a:t>наступного</a:t>
            </a:r>
            <a:r>
              <a:rPr lang="ru-RU" dirty="0">
                <a:ea typeface="+mn-lt"/>
                <a:cs typeface="+mn-lt"/>
              </a:rPr>
              <a:t> кроку).</a:t>
            </a:r>
            <a:endParaRPr lang="ru-RU" dirty="0"/>
          </a:p>
        </p:txBody>
      </p:sp>
    </p:spTree>
    <p:extLst>
      <p:ext uri="{BB962C8B-B14F-4D97-AF65-F5344CB8AC3E}">
        <p14:creationId xmlns:p14="http://schemas.microsoft.com/office/powerpoint/2010/main" val="992575877"/>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4E135F-691C-4290-B5D2-8E50233B2CF4}"/>
              </a:ext>
            </a:extLst>
          </p:cNvPr>
          <p:cNvSpPr>
            <a:spLocks noGrp="1"/>
          </p:cNvSpPr>
          <p:nvPr>
            <p:ph type="title"/>
          </p:nvPr>
        </p:nvSpPr>
        <p:spPr/>
        <p:txBody>
          <a:bodyPr/>
          <a:lstStyle/>
          <a:p>
            <a:r>
              <a:rPr lang="ru-RU" dirty="0"/>
              <a:t>Алгоритм </a:t>
            </a:r>
            <a:r>
              <a:rPr lang="ru-RU" dirty="0" err="1"/>
              <a:t>роботи</a:t>
            </a:r>
            <a:r>
              <a:rPr lang="ru-RU" dirty="0"/>
              <a:t>. 3 крок - </a:t>
            </a:r>
            <a:r>
              <a:rPr lang="ru-RU" dirty="0" err="1">
                <a:ea typeface="+mj-lt"/>
                <a:cs typeface="+mj-lt"/>
              </a:rPr>
              <a:t>узгодженість</a:t>
            </a:r>
            <a:r>
              <a:rPr lang="ru-RU" dirty="0">
                <a:ea typeface="+mj-lt"/>
                <a:cs typeface="+mj-lt"/>
              </a:rPr>
              <a:t> часу.</a:t>
            </a:r>
            <a:endParaRPr lang="ru-RU" dirty="0"/>
          </a:p>
        </p:txBody>
      </p:sp>
      <p:sp>
        <p:nvSpPr>
          <p:cNvPr id="3" name="Объект 2">
            <a:extLst>
              <a:ext uri="{FF2B5EF4-FFF2-40B4-BE49-F238E27FC236}">
                <a16:creationId xmlns:a16="http://schemas.microsoft.com/office/drawing/2014/main" id="{C36B44E4-8D94-42EF-A7D0-242DCCFE4389}"/>
              </a:ext>
            </a:extLst>
          </p:cNvPr>
          <p:cNvSpPr>
            <a:spLocks noGrp="1"/>
          </p:cNvSpPr>
          <p:nvPr>
            <p:ph idx="1"/>
          </p:nvPr>
        </p:nvSpPr>
        <p:spPr>
          <a:xfrm>
            <a:off x="680321" y="2336873"/>
            <a:ext cx="5003033" cy="4254538"/>
          </a:xfrm>
        </p:spPr>
        <p:txBody>
          <a:bodyPr vert="horz" lIns="91440" tIns="45720" rIns="91440" bIns="45720" rtlCol="0" anchor="t">
            <a:normAutofit/>
          </a:bodyPr>
          <a:lstStyle/>
          <a:p>
            <a:r>
              <a:rPr lang="ru-RU" dirty="0">
                <a:ea typeface="+mn-lt"/>
                <a:cs typeface="+mn-lt"/>
              </a:rPr>
              <a:t>На </a:t>
            </a:r>
            <a:r>
              <a:rPr lang="ru-RU" dirty="0" err="1">
                <a:ea typeface="+mn-lt"/>
                <a:cs typeface="+mn-lt"/>
              </a:rPr>
              <a:t>цьому</a:t>
            </a:r>
            <a:r>
              <a:rPr lang="ru-RU" dirty="0">
                <a:ea typeface="+mn-lt"/>
                <a:cs typeface="+mn-lt"/>
              </a:rPr>
              <a:t> </a:t>
            </a:r>
            <a:r>
              <a:rPr lang="ru-RU" dirty="0" err="1">
                <a:ea typeface="+mn-lt"/>
                <a:cs typeface="+mn-lt"/>
              </a:rPr>
              <a:t>етапі</a:t>
            </a:r>
            <a:r>
              <a:rPr lang="ru-RU" dirty="0">
                <a:ea typeface="+mn-lt"/>
                <a:cs typeface="+mn-lt"/>
              </a:rPr>
              <a:t> ми маємо лише пісні, які дійсно близькі до запису. Але нам ще потрібно перевірити узгодженість часу між нотами запису та </a:t>
            </a:r>
            <a:r>
              <a:rPr lang="ru-RU" dirty="0" err="1">
                <a:ea typeface="+mn-lt"/>
                <a:cs typeface="+mn-lt"/>
              </a:rPr>
              <a:t>цими</a:t>
            </a:r>
            <a:r>
              <a:rPr lang="ru-RU" dirty="0">
                <a:ea typeface="+mn-lt"/>
                <a:cs typeface="+mn-lt"/>
              </a:rPr>
              <a:t> </a:t>
            </a:r>
            <a:r>
              <a:rPr lang="ru-RU" dirty="0" err="1">
                <a:ea typeface="+mn-lt"/>
                <a:cs typeface="+mn-lt"/>
              </a:rPr>
              <a:t>піснями</a:t>
            </a:r>
            <a:r>
              <a:rPr lang="ru-RU" dirty="0">
                <a:ea typeface="+mn-lt"/>
                <a:cs typeface="+mn-lt"/>
              </a:rPr>
              <a:t>.</a:t>
            </a:r>
          </a:p>
        </p:txBody>
      </p:sp>
      <p:pic>
        <p:nvPicPr>
          <p:cNvPr id="4" name="Рисунок 4">
            <a:extLst>
              <a:ext uri="{FF2B5EF4-FFF2-40B4-BE49-F238E27FC236}">
                <a16:creationId xmlns:a16="http://schemas.microsoft.com/office/drawing/2014/main" id="{80047CDF-CCA5-4A92-BA52-5A38631795E6}"/>
              </a:ext>
            </a:extLst>
          </p:cNvPr>
          <p:cNvPicPr>
            <a:picLocks noChangeAspect="1"/>
          </p:cNvPicPr>
          <p:nvPr/>
        </p:nvPicPr>
        <p:blipFill>
          <a:blip r:embed="rId2"/>
          <a:stretch>
            <a:fillRect/>
          </a:stretch>
        </p:blipFill>
        <p:spPr>
          <a:xfrm>
            <a:off x="6663851" y="2338712"/>
            <a:ext cx="4471047" cy="3564369"/>
          </a:xfrm>
          <a:prstGeom prst="rect">
            <a:avLst/>
          </a:prstGeom>
        </p:spPr>
      </p:pic>
    </p:spTree>
    <p:extLst>
      <p:ext uri="{BB962C8B-B14F-4D97-AF65-F5344CB8AC3E}">
        <p14:creationId xmlns:p14="http://schemas.microsoft.com/office/powerpoint/2010/main" val="398459655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4E135F-691C-4290-B5D2-8E50233B2CF4}"/>
              </a:ext>
            </a:extLst>
          </p:cNvPr>
          <p:cNvSpPr>
            <a:spLocks noGrp="1"/>
          </p:cNvSpPr>
          <p:nvPr>
            <p:ph type="title"/>
          </p:nvPr>
        </p:nvSpPr>
        <p:spPr/>
        <p:txBody>
          <a:bodyPr/>
          <a:lstStyle/>
          <a:p>
            <a:r>
              <a:rPr lang="ru-RU" dirty="0"/>
              <a:t>Алгоритм </a:t>
            </a:r>
            <a:r>
              <a:rPr lang="ru-RU" dirty="0" err="1"/>
              <a:t>роботи</a:t>
            </a:r>
            <a:r>
              <a:rPr lang="ru-RU" dirty="0"/>
              <a:t>. 3 крок - </a:t>
            </a:r>
            <a:r>
              <a:rPr lang="ru-RU" dirty="0" err="1">
                <a:ea typeface="+mj-lt"/>
                <a:cs typeface="+mj-lt"/>
              </a:rPr>
              <a:t>узгодженість</a:t>
            </a:r>
            <a:r>
              <a:rPr lang="ru-RU" dirty="0">
                <a:ea typeface="+mj-lt"/>
                <a:cs typeface="+mj-lt"/>
              </a:rPr>
              <a:t> часу.</a:t>
            </a:r>
            <a:endParaRPr lang="ru-RU" dirty="0"/>
          </a:p>
        </p:txBody>
      </p:sp>
      <p:sp>
        <p:nvSpPr>
          <p:cNvPr id="3" name="Объект 2">
            <a:extLst>
              <a:ext uri="{FF2B5EF4-FFF2-40B4-BE49-F238E27FC236}">
                <a16:creationId xmlns:a16="http://schemas.microsoft.com/office/drawing/2014/main" id="{C36B44E4-8D94-42EF-A7D0-242DCCFE4389}"/>
              </a:ext>
            </a:extLst>
          </p:cNvPr>
          <p:cNvSpPr>
            <a:spLocks noGrp="1"/>
          </p:cNvSpPr>
          <p:nvPr>
            <p:ph idx="1"/>
          </p:nvPr>
        </p:nvSpPr>
        <p:spPr>
          <a:xfrm>
            <a:off x="680321" y="2336873"/>
            <a:ext cx="10924306" cy="4254538"/>
          </a:xfrm>
        </p:spPr>
        <p:txBody>
          <a:bodyPr vert="horz" lIns="91440" tIns="45720" rIns="91440" bIns="45720" rtlCol="0" anchor="t">
            <a:normAutofit/>
          </a:bodyPr>
          <a:lstStyle/>
          <a:p>
            <a:r>
              <a:rPr lang="ru-RU" dirty="0" err="1">
                <a:ea typeface="+mn-lt"/>
                <a:cs typeface="+mn-lt"/>
              </a:rPr>
              <a:t>Останній</a:t>
            </a:r>
            <a:r>
              <a:rPr lang="ru-RU" dirty="0">
                <a:ea typeface="+mn-lt"/>
                <a:cs typeface="+mn-lt"/>
              </a:rPr>
              <a:t> </a:t>
            </a:r>
            <a:r>
              <a:rPr lang="ru-RU" dirty="0" err="1">
                <a:ea typeface="+mn-lt"/>
                <a:cs typeface="+mn-lt"/>
              </a:rPr>
              <a:t>етап</a:t>
            </a:r>
            <a:r>
              <a:rPr lang="ru-RU" dirty="0">
                <a:ea typeface="+mn-lt"/>
                <a:cs typeface="+mn-lt"/>
              </a:rPr>
              <a:t> </a:t>
            </a:r>
            <a:r>
              <a:rPr lang="ru-RU" dirty="0" err="1">
                <a:ea typeface="+mn-lt"/>
                <a:cs typeface="+mn-lt"/>
              </a:rPr>
              <a:t>роботи</a:t>
            </a:r>
            <a:r>
              <a:rPr lang="ru-RU" dirty="0">
                <a:ea typeface="+mn-lt"/>
                <a:cs typeface="+mn-lt"/>
              </a:rPr>
              <a:t> алгоритму - </a:t>
            </a:r>
            <a:r>
              <a:rPr lang="ru-RU" dirty="0" err="1">
                <a:ea typeface="+mn-lt"/>
                <a:cs typeface="+mn-lt"/>
              </a:rPr>
              <a:t>впорядкування</a:t>
            </a:r>
            <a:r>
              <a:rPr lang="ru-RU" dirty="0">
                <a:ea typeface="+mn-lt"/>
                <a:cs typeface="+mn-lt"/>
              </a:rPr>
              <a:t> часу:</a:t>
            </a:r>
            <a:endParaRPr lang="ru-RU" dirty="0"/>
          </a:p>
          <a:p>
            <a:pPr lvl="1"/>
            <a:r>
              <a:rPr lang="ru-RU" dirty="0" err="1">
                <a:ea typeface="+mn-lt"/>
                <a:cs typeface="+mn-lt"/>
              </a:rPr>
              <a:t>Обчислити</a:t>
            </a:r>
            <a:r>
              <a:rPr lang="ru-RU" dirty="0">
                <a:ea typeface="+mn-lt"/>
                <a:cs typeface="+mn-lt"/>
              </a:rPr>
              <a:t> для </a:t>
            </a:r>
            <a:r>
              <a:rPr lang="ru-RU" dirty="0" err="1">
                <a:ea typeface="+mn-lt"/>
                <a:cs typeface="+mn-lt"/>
              </a:rPr>
              <a:t>кожної</a:t>
            </a:r>
            <a:r>
              <a:rPr lang="ru-RU" dirty="0">
                <a:ea typeface="+mn-lt"/>
                <a:cs typeface="+mn-lt"/>
              </a:rPr>
              <a:t> </a:t>
            </a:r>
            <a:r>
              <a:rPr lang="ru-RU" dirty="0" err="1">
                <a:ea typeface="+mn-lt"/>
                <a:cs typeface="+mn-lt"/>
              </a:rPr>
              <a:t>пісні</a:t>
            </a:r>
            <a:r>
              <a:rPr lang="ru-RU" dirty="0">
                <a:ea typeface="+mn-lt"/>
                <a:cs typeface="+mn-lt"/>
              </a:rPr>
              <a:t> </a:t>
            </a:r>
            <a:r>
              <a:rPr lang="ru-RU" dirty="0" err="1">
                <a:ea typeface="+mn-lt"/>
                <a:cs typeface="+mn-lt"/>
              </a:rPr>
              <a:t>ноти</a:t>
            </a:r>
            <a:r>
              <a:rPr lang="ru-RU" dirty="0">
                <a:ea typeface="+mn-lt"/>
                <a:cs typeface="+mn-lt"/>
              </a:rPr>
              <a:t>, </a:t>
            </a:r>
            <a:r>
              <a:rPr lang="ru-RU" dirty="0" err="1">
                <a:ea typeface="+mn-lt"/>
                <a:cs typeface="+mn-lt"/>
              </a:rPr>
              <a:t>що</a:t>
            </a:r>
            <a:r>
              <a:rPr lang="ru-RU" dirty="0">
                <a:ea typeface="+mn-lt"/>
                <a:cs typeface="+mn-lt"/>
              </a:rPr>
              <a:t> </a:t>
            </a:r>
            <a:r>
              <a:rPr lang="ru-RU" dirty="0" err="1">
                <a:ea typeface="+mn-lt"/>
                <a:cs typeface="+mn-lt"/>
              </a:rPr>
              <a:t>залишилася</a:t>
            </a:r>
            <a:r>
              <a:rPr lang="ru-RU" dirty="0">
                <a:ea typeface="+mn-lt"/>
                <a:cs typeface="+mn-lt"/>
              </a:rPr>
              <a:t>, і </a:t>
            </a:r>
            <a:r>
              <a:rPr lang="ru-RU" dirty="0" err="1">
                <a:ea typeface="+mn-lt"/>
                <a:cs typeface="+mn-lt"/>
              </a:rPr>
              <a:t>їх</a:t>
            </a:r>
            <a:r>
              <a:rPr lang="ru-RU" dirty="0">
                <a:ea typeface="+mn-lt"/>
                <a:cs typeface="+mn-lt"/>
              </a:rPr>
              <a:t> </a:t>
            </a:r>
            <a:r>
              <a:rPr lang="ru-RU" dirty="0" err="1">
                <a:ea typeface="+mn-lt"/>
                <a:cs typeface="+mn-lt"/>
              </a:rPr>
              <a:t>абсолютний</a:t>
            </a:r>
            <a:r>
              <a:rPr lang="ru-RU" dirty="0">
                <a:ea typeface="+mn-lt"/>
                <a:cs typeface="+mn-lt"/>
              </a:rPr>
              <a:t> час у </a:t>
            </a:r>
            <a:r>
              <a:rPr lang="ru-RU" dirty="0" err="1">
                <a:ea typeface="+mn-lt"/>
                <a:cs typeface="+mn-lt"/>
              </a:rPr>
              <a:t>пісні</a:t>
            </a:r>
            <a:r>
              <a:rPr lang="ru-RU" dirty="0">
                <a:ea typeface="+mn-lt"/>
                <a:cs typeface="+mn-lt"/>
              </a:rPr>
              <a:t>.</a:t>
            </a:r>
            <a:endParaRPr lang="ru-RU" dirty="0"/>
          </a:p>
          <a:p>
            <a:pPr lvl="1"/>
            <a:r>
              <a:rPr lang="ru-RU" dirty="0" err="1">
                <a:ea typeface="+mn-lt"/>
                <a:cs typeface="+mn-lt"/>
              </a:rPr>
              <a:t>Зробити</a:t>
            </a:r>
            <a:r>
              <a:rPr lang="ru-RU" dirty="0">
                <a:ea typeface="+mn-lt"/>
                <a:cs typeface="+mn-lt"/>
              </a:rPr>
              <a:t> те </a:t>
            </a:r>
            <a:r>
              <a:rPr lang="ru-RU" dirty="0" err="1">
                <a:ea typeface="+mn-lt"/>
                <a:cs typeface="+mn-lt"/>
              </a:rPr>
              <a:t>саме</a:t>
            </a:r>
            <a:r>
              <a:rPr lang="ru-RU" dirty="0">
                <a:ea typeface="+mn-lt"/>
                <a:cs typeface="+mn-lt"/>
              </a:rPr>
              <a:t> для </a:t>
            </a:r>
            <a:r>
              <a:rPr lang="ru-RU" dirty="0" err="1">
                <a:ea typeface="+mn-lt"/>
                <a:cs typeface="+mn-lt"/>
              </a:rPr>
              <a:t>запису</a:t>
            </a:r>
            <a:r>
              <a:rPr lang="ru-RU" dirty="0">
                <a:ea typeface="+mn-lt"/>
                <a:cs typeface="+mn-lt"/>
              </a:rPr>
              <a:t>.</a:t>
            </a:r>
            <a:endParaRPr lang="ru-RU" dirty="0"/>
          </a:p>
          <a:p>
            <a:pPr lvl="1"/>
            <a:r>
              <a:rPr lang="ru-RU" dirty="0" err="1">
                <a:ea typeface="+mn-lt"/>
                <a:cs typeface="+mn-lt"/>
              </a:rPr>
              <a:t>Якщо</a:t>
            </a:r>
            <a:r>
              <a:rPr lang="ru-RU" dirty="0">
                <a:ea typeface="+mn-lt"/>
                <a:cs typeface="+mn-lt"/>
              </a:rPr>
              <a:t> </a:t>
            </a:r>
            <a:r>
              <a:rPr lang="ru-RU" dirty="0" err="1">
                <a:ea typeface="+mn-lt"/>
                <a:cs typeface="+mn-lt"/>
              </a:rPr>
              <a:t>ноти</a:t>
            </a:r>
            <a:r>
              <a:rPr lang="ru-RU" dirty="0">
                <a:ea typeface="+mn-lt"/>
                <a:cs typeface="+mn-lt"/>
              </a:rPr>
              <a:t> в </a:t>
            </a:r>
            <a:r>
              <a:rPr lang="ru-RU" dirty="0" err="1">
                <a:ea typeface="+mn-lt"/>
                <a:cs typeface="+mn-lt"/>
              </a:rPr>
              <a:t>пісні</a:t>
            </a:r>
            <a:r>
              <a:rPr lang="ru-RU" dirty="0">
                <a:ea typeface="+mn-lt"/>
                <a:cs typeface="+mn-lt"/>
              </a:rPr>
              <a:t> та записи є </a:t>
            </a:r>
            <a:r>
              <a:rPr lang="ru-RU" dirty="0" err="1">
                <a:ea typeface="+mn-lt"/>
                <a:cs typeface="+mn-lt"/>
              </a:rPr>
              <a:t>узгодженими</a:t>
            </a:r>
            <a:r>
              <a:rPr lang="ru-RU" dirty="0">
                <a:ea typeface="+mn-lt"/>
                <a:cs typeface="+mn-lt"/>
              </a:rPr>
              <a:t> у </a:t>
            </a:r>
            <a:r>
              <a:rPr lang="ru-RU" dirty="0" err="1">
                <a:ea typeface="+mn-lt"/>
                <a:cs typeface="+mn-lt"/>
              </a:rPr>
              <a:t>часі</a:t>
            </a:r>
            <a:r>
              <a:rPr lang="ru-RU" dirty="0">
                <a:ea typeface="+mn-lt"/>
                <a:cs typeface="+mn-lt"/>
              </a:rPr>
              <a:t>, ми </a:t>
            </a:r>
            <a:r>
              <a:rPr lang="ru-RU" dirty="0" err="1">
                <a:ea typeface="+mn-lt"/>
                <a:cs typeface="+mn-lt"/>
              </a:rPr>
              <a:t>маємо</a:t>
            </a:r>
            <a:r>
              <a:rPr lang="ru-RU" dirty="0">
                <a:ea typeface="+mn-lt"/>
                <a:cs typeface="+mn-lt"/>
              </a:rPr>
              <a:t> </a:t>
            </a:r>
            <a:r>
              <a:rPr lang="ru-RU" dirty="0" err="1">
                <a:ea typeface="+mn-lt"/>
                <a:cs typeface="+mn-lt"/>
              </a:rPr>
              <a:t>знайти</a:t>
            </a:r>
            <a:r>
              <a:rPr lang="ru-RU" dirty="0">
                <a:ea typeface="+mn-lt"/>
                <a:cs typeface="+mn-lt"/>
              </a:rPr>
              <a:t> </a:t>
            </a:r>
            <a:r>
              <a:rPr lang="ru-RU" dirty="0" err="1">
                <a:ea typeface="+mn-lt"/>
                <a:cs typeface="+mn-lt"/>
              </a:rPr>
              <a:t>співвідношення</a:t>
            </a:r>
            <a:r>
              <a:rPr lang="ru-RU" dirty="0">
                <a:ea typeface="+mn-lt"/>
                <a:cs typeface="+mn-lt"/>
              </a:rPr>
              <a:t> такого типу: «</a:t>
            </a:r>
            <a:r>
              <a:rPr lang="ru-RU" dirty="0" err="1">
                <a:ea typeface="+mn-lt"/>
                <a:cs typeface="+mn-lt"/>
              </a:rPr>
              <a:t>абсолютний</a:t>
            </a:r>
            <a:r>
              <a:rPr lang="ru-RU" dirty="0">
                <a:ea typeface="+mn-lt"/>
                <a:cs typeface="+mn-lt"/>
              </a:rPr>
              <a:t> час </a:t>
            </a:r>
            <a:r>
              <a:rPr lang="ru-RU" dirty="0" err="1">
                <a:ea typeface="+mn-lt"/>
                <a:cs typeface="+mn-lt"/>
              </a:rPr>
              <a:t>ноти</a:t>
            </a:r>
            <a:r>
              <a:rPr lang="ru-RU" dirty="0">
                <a:ea typeface="+mn-lt"/>
                <a:cs typeface="+mn-lt"/>
              </a:rPr>
              <a:t> в </a:t>
            </a:r>
            <a:r>
              <a:rPr lang="ru-RU" dirty="0" err="1">
                <a:ea typeface="+mn-lt"/>
                <a:cs typeface="+mn-lt"/>
              </a:rPr>
              <a:t>пісні</a:t>
            </a:r>
            <a:r>
              <a:rPr lang="ru-RU" dirty="0">
                <a:ea typeface="+mn-lt"/>
                <a:cs typeface="+mn-lt"/>
              </a:rPr>
              <a:t> = </a:t>
            </a:r>
            <a:r>
              <a:rPr lang="ru-RU" dirty="0" err="1">
                <a:ea typeface="+mn-lt"/>
                <a:cs typeface="+mn-lt"/>
              </a:rPr>
              <a:t>абсолютний</a:t>
            </a:r>
            <a:r>
              <a:rPr lang="ru-RU" dirty="0">
                <a:ea typeface="+mn-lt"/>
                <a:cs typeface="+mn-lt"/>
              </a:rPr>
              <a:t> час </a:t>
            </a:r>
            <a:r>
              <a:rPr lang="ru-RU" dirty="0" err="1">
                <a:ea typeface="+mn-lt"/>
                <a:cs typeface="+mn-lt"/>
              </a:rPr>
              <a:t>ноти</a:t>
            </a:r>
            <a:r>
              <a:rPr lang="ru-RU" dirty="0">
                <a:ea typeface="+mn-lt"/>
                <a:cs typeface="+mn-lt"/>
              </a:rPr>
              <a:t> в </a:t>
            </a:r>
            <a:r>
              <a:rPr lang="ru-RU" dirty="0" err="1">
                <a:ea typeface="+mn-lt"/>
                <a:cs typeface="+mn-lt"/>
              </a:rPr>
              <a:t>записі</a:t>
            </a:r>
            <a:r>
              <a:rPr lang="ru-RU" dirty="0">
                <a:ea typeface="+mn-lt"/>
                <a:cs typeface="+mn-lt"/>
              </a:rPr>
              <a:t> + дельта (</a:t>
            </a:r>
            <a:r>
              <a:rPr lang="ru-RU" dirty="0" err="1">
                <a:ea typeface="+mn-lt"/>
                <a:cs typeface="+mn-lt"/>
              </a:rPr>
              <a:t>деяка</a:t>
            </a:r>
            <a:r>
              <a:rPr lang="ru-RU" dirty="0">
                <a:ea typeface="+mn-lt"/>
                <a:cs typeface="+mn-lt"/>
              </a:rPr>
              <a:t> </a:t>
            </a:r>
            <a:r>
              <a:rPr lang="ru-RU" dirty="0" err="1">
                <a:ea typeface="+mn-lt"/>
                <a:cs typeface="+mn-lt"/>
              </a:rPr>
              <a:t>різниця</a:t>
            </a:r>
            <a:r>
              <a:rPr lang="ru-RU" dirty="0">
                <a:ea typeface="+mn-lt"/>
                <a:cs typeface="+mn-lt"/>
              </a:rPr>
              <a:t>)», де дельта – час початку </a:t>
            </a:r>
            <a:r>
              <a:rPr lang="ru-RU" dirty="0" err="1">
                <a:ea typeface="+mn-lt"/>
                <a:cs typeface="+mn-lt"/>
              </a:rPr>
              <a:t>частини</a:t>
            </a:r>
            <a:r>
              <a:rPr lang="ru-RU" dirty="0">
                <a:ea typeface="+mn-lt"/>
                <a:cs typeface="+mn-lt"/>
              </a:rPr>
              <a:t> </a:t>
            </a:r>
            <a:r>
              <a:rPr lang="ru-RU" dirty="0" err="1">
                <a:ea typeface="+mn-lt"/>
                <a:cs typeface="+mn-lt"/>
              </a:rPr>
              <a:t>пісні</a:t>
            </a:r>
            <a:r>
              <a:rPr lang="ru-RU" dirty="0">
                <a:ea typeface="+mn-lt"/>
                <a:cs typeface="+mn-lt"/>
              </a:rPr>
              <a:t>, яка </a:t>
            </a:r>
            <a:r>
              <a:rPr lang="ru-RU" dirty="0" err="1">
                <a:ea typeface="+mn-lt"/>
                <a:cs typeface="+mn-lt"/>
              </a:rPr>
              <a:t>відповідає</a:t>
            </a:r>
            <a:r>
              <a:rPr lang="ru-RU" dirty="0">
                <a:ea typeface="+mn-lt"/>
                <a:cs typeface="+mn-lt"/>
              </a:rPr>
              <a:t> </a:t>
            </a:r>
            <a:r>
              <a:rPr lang="ru-RU" dirty="0" err="1">
                <a:ea typeface="+mn-lt"/>
                <a:cs typeface="+mn-lt"/>
              </a:rPr>
              <a:t>запису</a:t>
            </a:r>
            <a:r>
              <a:rPr lang="ru-RU" dirty="0">
                <a:ea typeface="+mn-lt"/>
                <a:cs typeface="+mn-lt"/>
              </a:rPr>
              <a:t>.</a:t>
            </a:r>
          </a:p>
          <a:p>
            <a:pPr lvl="1"/>
            <a:r>
              <a:rPr lang="ru-RU" dirty="0">
                <a:ea typeface="+mn-lt"/>
                <a:cs typeface="+mn-lt"/>
              </a:rPr>
              <a:t>Для </a:t>
            </a:r>
            <a:r>
              <a:rPr lang="ru-RU" dirty="0" err="1">
                <a:ea typeface="+mn-lt"/>
                <a:cs typeface="+mn-lt"/>
              </a:rPr>
              <a:t>кожної</a:t>
            </a:r>
            <a:r>
              <a:rPr lang="ru-RU" dirty="0">
                <a:ea typeface="+mn-lt"/>
                <a:cs typeface="+mn-lt"/>
              </a:rPr>
              <a:t> </a:t>
            </a:r>
            <a:r>
              <a:rPr lang="ru-RU" dirty="0" err="1">
                <a:ea typeface="+mn-lt"/>
                <a:cs typeface="+mn-lt"/>
              </a:rPr>
              <a:t>пісні</a:t>
            </a:r>
            <a:r>
              <a:rPr lang="ru-RU" dirty="0">
                <a:ea typeface="+mn-lt"/>
                <a:cs typeface="+mn-lt"/>
              </a:rPr>
              <a:t> нам </a:t>
            </a:r>
            <a:r>
              <a:rPr lang="ru-RU" dirty="0" err="1">
                <a:ea typeface="+mn-lt"/>
                <a:cs typeface="+mn-lt"/>
              </a:rPr>
              <a:t>потрібно</a:t>
            </a:r>
            <a:r>
              <a:rPr lang="ru-RU" dirty="0">
                <a:ea typeface="+mn-lt"/>
                <a:cs typeface="+mn-lt"/>
              </a:rPr>
              <a:t> </a:t>
            </a:r>
            <a:r>
              <a:rPr lang="ru-RU" dirty="0" err="1">
                <a:ea typeface="+mn-lt"/>
                <a:cs typeface="+mn-lt"/>
              </a:rPr>
              <a:t>знайти</a:t>
            </a:r>
            <a:r>
              <a:rPr lang="ru-RU" dirty="0">
                <a:ea typeface="+mn-lt"/>
                <a:cs typeface="+mn-lt"/>
              </a:rPr>
              <a:t> дельту, яка </a:t>
            </a:r>
            <a:r>
              <a:rPr lang="ru-RU" dirty="0" err="1">
                <a:ea typeface="+mn-lt"/>
                <a:cs typeface="+mn-lt"/>
              </a:rPr>
              <a:t>максимізує</a:t>
            </a:r>
            <a:r>
              <a:rPr lang="ru-RU" dirty="0">
                <a:ea typeface="+mn-lt"/>
                <a:cs typeface="+mn-lt"/>
              </a:rPr>
              <a:t> </a:t>
            </a:r>
            <a:r>
              <a:rPr lang="ru-RU" dirty="0" err="1">
                <a:ea typeface="+mn-lt"/>
                <a:cs typeface="+mn-lt"/>
              </a:rPr>
              <a:t>кількість</a:t>
            </a:r>
            <a:r>
              <a:rPr lang="ru-RU" dirty="0">
                <a:ea typeface="+mn-lt"/>
                <a:cs typeface="+mn-lt"/>
              </a:rPr>
              <a:t> нот, </a:t>
            </a:r>
            <a:r>
              <a:rPr lang="ru-RU" dirty="0" err="1">
                <a:ea typeface="+mn-lt"/>
                <a:cs typeface="+mn-lt"/>
              </a:rPr>
              <a:t>які</a:t>
            </a:r>
            <a:r>
              <a:rPr lang="ru-RU" dirty="0">
                <a:ea typeface="+mn-lt"/>
                <a:cs typeface="+mn-lt"/>
              </a:rPr>
              <a:t> </a:t>
            </a:r>
            <a:r>
              <a:rPr lang="ru-RU" dirty="0" err="1">
                <a:ea typeface="+mn-lt"/>
                <a:cs typeface="+mn-lt"/>
              </a:rPr>
              <a:t>узгоджуються</a:t>
            </a:r>
            <a:r>
              <a:rPr lang="ru-RU" dirty="0">
                <a:ea typeface="+mn-lt"/>
                <a:cs typeface="+mn-lt"/>
              </a:rPr>
              <a:t> </a:t>
            </a:r>
            <a:r>
              <a:rPr lang="ru-RU" dirty="0" err="1">
                <a:ea typeface="+mn-lt"/>
                <a:cs typeface="+mn-lt"/>
              </a:rPr>
              <a:t>із</a:t>
            </a:r>
            <a:r>
              <a:rPr lang="ru-RU" dirty="0">
                <a:ea typeface="+mn-lt"/>
                <a:cs typeface="+mn-lt"/>
              </a:rPr>
              <a:t> </a:t>
            </a:r>
            <a:r>
              <a:rPr lang="ru-RU" dirty="0" err="1">
                <a:ea typeface="+mn-lt"/>
                <a:cs typeface="+mn-lt"/>
              </a:rPr>
              <a:t>цим</a:t>
            </a:r>
            <a:r>
              <a:rPr lang="ru-RU" dirty="0">
                <a:ea typeface="+mn-lt"/>
                <a:cs typeface="+mn-lt"/>
              </a:rPr>
              <a:t> </a:t>
            </a:r>
            <a:r>
              <a:rPr lang="ru-RU" dirty="0" err="1">
                <a:ea typeface="+mn-lt"/>
                <a:cs typeface="+mn-lt"/>
              </a:rPr>
              <a:t>співвідношенням</a:t>
            </a:r>
            <a:r>
              <a:rPr lang="ru-RU" dirty="0">
                <a:ea typeface="+mn-lt"/>
                <a:cs typeface="+mn-lt"/>
              </a:rPr>
              <a:t> часу.</a:t>
            </a:r>
            <a:endParaRPr lang="ru-RU" dirty="0"/>
          </a:p>
          <a:p>
            <a:pPr lvl="1"/>
            <a:r>
              <a:rPr lang="ru-RU" dirty="0" err="1">
                <a:ea typeface="+mn-lt"/>
                <a:cs typeface="+mn-lt"/>
              </a:rPr>
              <a:t>Потім</a:t>
            </a:r>
            <a:r>
              <a:rPr lang="ru-RU" dirty="0">
                <a:ea typeface="+mn-lt"/>
                <a:cs typeface="+mn-lt"/>
              </a:rPr>
              <a:t> ми </a:t>
            </a:r>
            <a:r>
              <a:rPr lang="ru-RU" dirty="0" err="1">
                <a:ea typeface="+mn-lt"/>
                <a:cs typeface="+mn-lt"/>
              </a:rPr>
              <a:t>вибираємо</a:t>
            </a:r>
            <a:r>
              <a:rPr lang="ru-RU" dirty="0">
                <a:ea typeface="+mn-lt"/>
                <a:cs typeface="+mn-lt"/>
              </a:rPr>
              <a:t> </a:t>
            </a:r>
            <a:r>
              <a:rPr lang="ru-RU" dirty="0" err="1">
                <a:ea typeface="+mn-lt"/>
                <a:cs typeface="+mn-lt"/>
              </a:rPr>
              <a:t>пісню</a:t>
            </a:r>
            <a:r>
              <a:rPr lang="ru-RU" dirty="0">
                <a:ea typeface="+mn-lt"/>
                <a:cs typeface="+mn-lt"/>
              </a:rPr>
              <a:t> з максимальною </a:t>
            </a:r>
            <a:r>
              <a:rPr lang="ru-RU" dirty="0" err="1">
                <a:ea typeface="+mn-lt"/>
                <a:cs typeface="+mn-lt"/>
              </a:rPr>
              <a:t>кількістю</a:t>
            </a:r>
            <a:r>
              <a:rPr lang="ru-RU" dirty="0">
                <a:ea typeface="+mn-lt"/>
                <a:cs typeface="+mn-lt"/>
              </a:rPr>
              <a:t> </a:t>
            </a:r>
            <a:r>
              <a:rPr lang="ru-RU" dirty="0" err="1">
                <a:ea typeface="+mn-lt"/>
                <a:cs typeface="+mn-lt"/>
              </a:rPr>
              <a:t>узгоджених</a:t>
            </a:r>
            <a:r>
              <a:rPr lang="ru-RU" dirty="0">
                <a:ea typeface="+mn-lt"/>
                <a:cs typeface="+mn-lt"/>
              </a:rPr>
              <a:t> </a:t>
            </a:r>
            <a:r>
              <a:rPr lang="ru-RU" dirty="0" err="1">
                <a:ea typeface="+mn-lt"/>
                <a:cs typeface="+mn-lt"/>
              </a:rPr>
              <a:t>із</a:t>
            </a:r>
            <a:r>
              <a:rPr lang="ru-RU" dirty="0">
                <a:ea typeface="+mn-lt"/>
                <a:cs typeface="+mn-lt"/>
              </a:rPr>
              <a:t> </a:t>
            </a:r>
            <a:r>
              <a:rPr lang="ru-RU" dirty="0" err="1">
                <a:ea typeface="+mn-lt"/>
                <a:cs typeface="+mn-lt"/>
              </a:rPr>
              <a:t>записом</a:t>
            </a:r>
            <a:r>
              <a:rPr lang="ru-RU" dirty="0">
                <a:ea typeface="+mn-lt"/>
                <a:cs typeface="+mn-lt"/>
              </a:rPr>
              <a:t> нот.</a:t>
            </a:r>
          </a:p>
        </p:txBody>
      </p:sp>
    </p:spTree>
    <p:extLst>
      <p:ext uri="{BB962C8B-B14F-4D97-AF65-F5344CB8AC3E}">
        <p14:creationId xmlns:p14="http://schemas.microsoft.com/office/powerpoint/2010/main" val="235776714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D7FA5D-27EB-4EF7-9EE7-32B6F5D95252}"/>
              </a:ext>
            </a:extLst>
          </p:cNvPr>
          <p:cNvSpPr>
            <a:spLocks noGrp="1"/>
          </p:cNvSpPr>
          <p:nvPr>
            <p:ph type="title"/>
          </p:nvPr>
        </p:nvSpPr>
        <p:spPr/>
        <p:txBody>
          <a:bodyPr/>
          <a:lstStyle/>
          <a:p>
            <a:r>
              <a:rPr lang="ru-RU" dirty="0" err="1"/>
              <a:t>Висновок</a:t>
            </a:r>
          </a:p>
        </p:txBody>
      </p:sp>
      <p:sp>
        <p:nvSpPr>
          <p:cNvPr id="3" name="Объект 2">
            <a:extLst>
              <a:ext uri="{FF2B5EF4-FFF2-40B4-BE49-F238E27FC236}">
                <a16:creationId xmlns:a16="http://schemas.microsoft.com/office/drawing/2014/main" id="{CA6DB01E-92A7-442F-AC59-7C04A9183BE6}"/>
              </a:ext>
            </a:extLst>
          </p:cNvPr>
          <p:cNvSpPr>
            <a:spLocks noGrp="1"/>
          </p:cNvSpPr>
          <p:nvPr>
            <p:ph sz="half" idx="1"/>
          </p:nvPr>
        </p:nvSpPr>
        <p:spPr/>
        <p:txBody>
          <a:bodyPr vert="horz" lIns="91440" tIns="45720" rIns="91440" bIns="45720" rtlCol="0" anchor="t">
            <a:normAutofit lnSpcReduction="10000"/>
          </a:bodyPr>
          <a:lstStyle/>
          <a:p>
            <a:r>
              <a:rPr lang="ru-RU" dirty="0"/>
              <a:t>В </a:t>
            </a:r>
            <a:r>
              <a:rPr lang="ru-RU" dirty="0" err="1"/>
              <a:t>результаті</a:t>
            </a:r>
            <a:r>
              <a:rPr lang="ru-RU" dirty="0"/>
              <a:t> </a:t>
            </a:r>
            <a:r>
              <a:rPr lang="ru-RU" dirty="0" err="1"/>
              <a:t>використання</a:t>
            </a:r>
            <a:r>
              <a:rPr lang="ru-RU" dirty="0"/>
              <a:t> </a:t>
            </a:r>
            <a:r>
              <a:rPr lang="ru-RU" dirty="0" err="1"/>
              <a:t>просунутих</a:t>
            </a:r>
            <a:r>
              <a:rPr lang="ru-RU" dirty="0"/>
              <a:t> </a:t>
            </a:r>
            <a:r>
              <a:rPr lang="ru-RU" dirty="0" err="1"/>
              <a:t>алгоритмів</a:t>
            </a:r>
            <a:r>
              <a:rPr lang="ru-RU" dirty="0"/>
              <a:t> </a:t>
            </a:r>
            <a:r>
              <a:rPr lang="ru-RU" dirty="0" err="1"/>
              <a:t>аналізу</a:t>
            </a:r>
            <a:r>
              <a:rPr lang="ru-RU" dirty="0"/>
              <a:t> </a:t>
            </a:r>
            <a:r>
              <a:rPr lang="ru-RU" dirty="0" err="1"/>
              <a:t>природомовної</a:t>
            </a:r>
            <a:r>
              <a:rPr lang="ru-RU" dirty="0"/>
              <a:t> </a:t>
            </a:r>
            <a:r>
              <a:rPr lang="ru-RU" dirty="0" err="1"/>
              <a:t>інформації</a:t>
            </a:r>
            <a:r>
              <a:rPr lang="ru-RU" dirty="0"/>
              <a:t> </a:t>
            </a:r>
            <a:r>
              <a:rPr lang="ru-RU" dirty="0" err="1"/>
              <a:t>було</a:t>
            </a:r>
            <a:r>
              <a:rPr lang="ru-RU" dirty="0"/>
              <a:t> створено </a:t>
            </a:r>
            <a:r>
              <a:rPr lang="ru-RU" dirty="0" err="1"/>
              <a:t>чудовий</a:t>
            </a:r>
            <a:r>
              <a:rPr lang="ru-RU" dirty="0"/>
              <a:t> </a:t>
            </a:r>
            <a:r>
              <a:rPr lang="ru-RU" dirty="0" err="1"/>
              <a:t>сервіс</a:t>
            </a:r>
            <a:r>
              <a:rPr lang="ru-RU" dirty="0"/>
              <a:t> для </a:t>
            </a:r>
            <a:r>
              <a:rPr lang="ru-RU" dirty="0" err="1"/>
              <a:t>пошуку</a:t>
            </a:r>
            <a:r>
              <a:rPr lang="ru-RU" dirty="0"/>
              <a:t> </a:t>
            </a:r>
            <a:r>
              <a:rPr lang="ru-RU" dirty="0" err="1"/>
              <a:t>пісень</a:t>
            </a:r>
            <a:r>
              <a:rPr lang="ru-RU" dirty="0"/>
              <a:t>, </a:t>
            </a:r>
            <a:r>
              <a:rPr lang="ru-RU" dirty="0" err="1"/>
              <a:t>назви</a:t>
            </a:r>
            <a:r>
              <a:rPr lang="ru-RU" dirty="0"/>
              <a:t> </a:t>
            </a:r>
            <a:r>
              <a:rPr lang="ru-RU" dirty="0" err="1"/>
              <a:t>яких</a:t>
            </a:r>
            <a:r>
              <a:rPr lang="ru-RU" dirty="0"/>
              <a:t> </a:t>
            </a:r>
            <a:r>
              <a:rPr lang="ru-RU" dirty="0" err="1"/>
              <a:t>користувач</a:t>
            </a:r>
            <a:r>
              <a:rPr lang="ru-RU" dirty="0"/>
              <a:t> не </a:t>
            </a:r>
            <a:r>
              <a:rPr lang="ru-RU" dirty="0" err="1"/>
              <a:t>знає</a:t>
            </a:r>
            <a:r>
              <a:rPr lang="ru-RU" dirty="0"/>
              <a:t>. Таким чином </a:t>
            </a:r>
            <a:r>
              <a:rPr lang="ru-RU" dirty="0" err="1"/>
              <a:t>кожна</a:t>
            </a:r>
            <a:r>
              <a:rPr lang="ru-RU" dirty="0"/>
              <a:t> </a:t>
            </a:r>
            <a:r>
              <a:rPr lang="ru-RU" dirty="0" err="1"/>
              <a:t>людина</a:t>
            </a:r>
            <a:r>
              <a:rPr lang="ru-RU" dirty="0"/>
              <a:t> за </a:t>
            </a:r>
            <a:r>
              <a:rPr lang="ru-RU" dirty="0" err="1"/>
              <a:t>лічені</a:t>
            </a:r>
            <a:r>
              <a:rPr lang="ru-RU" dirty="0"/>
              <a:t> </a:t>
            </a:r>
            <a:r>
              <a:rPr lang="ru-RU" dirty="0" err="1"/>
              <a:t>секунди</a:t>
            </a:r>
            <a:r>
              <a:rPr lang="ru-RU" dirty="0"/>
              <a:t> </a:t>
            </a:r>
            <a:r>
              <a:rPr lang="ru-RU" dirty="0" err="1"/>
              <a:t>дізнається</a:t>
            </a:r>
            <a:r>
              <a:rPr lang="ru-RU" dirty="0"/>
              <a:t>, </a:t>
            </a:r>
            <a:r>
              <a:rPr lang="ru-RU" dirty="0" err="1"/>
              <a:t>що</a:t>
            </a:r>
            <a:r>
              <a:rPr lang="ru-RU" dirty="0"/>
              <a:t> то є за </a:t>
            </a:r>
            <a:r>
              <a:rPr lang="ru-RU" dirty="0" err="1"/>
              <a:t>композиція</a:t>
            </a:r>
            <a:r>
              <a:rPr lang="ru-RU" dirty="0"/>
              <a:t>, яка так </a:t>
            </a:r>
            <a:r>
              <a:rPr lang="ru-RU" dirty="0" err="1"/>
              <a:t>сподобался</a:t>
            </a:r>
            <a:r>
              <a:rPr lang="ru-RU" dirty="0"/>
              <a:t>.</a:t>
            </a:r>
          </a:p>
        </p:txBody>
      </p:sp>
      <p:pic>
        <p:nvPicPr>
          <p:cNvPr id="6" name="Рисунок 4">
            <a:extLst>
              <a:ext uri="{FF2B5EF4-FFF2-40B4-BE49-F238E27FC236}">
                <a16:creationId xmlns:a16="http://schemas.microsoft.com/office/drawing/2014/main" id="{1CAEB8E2-64FC-4A02-9536-1B2AB868B734}"/>
              </a:ext>
            </a:extLst>
          </p:cNvPr>
          <p:cNvPicPr>
            <a:picLocks noChangeAspect="1"/>
          </p:cNvPicPr>
          <p:nvPr/>
        </p:nvPicPr>
        <p:blipFill>
          <a:blip r:embed="rId2"/>
          <a:stretch>
            <a:fillRect/>
          </a:stretch>
        </p:blipFill>
        <p:spPr>
          <a:xfrm>
            <a:off x="7673787" y="2766056"/>
            <a:ext cx="2743200" cy="2743200"/>
          </a:xfrm>
          <a:prstGeom prst="rect">
            <a:avLst/>
          </a:prstGeom>
        </p:spPr>
      </p:pic>
    </p:spTree>
    <p:extLst>
      <p:ext uri="{BB962C8B-B14F-4D97-AF65-F5344CB8AC3E}">
        <p14:creationId xmlns:p14="http://schemas.microsoft.com/office/powerpoint/2010/main" val="374164097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theme/theme1.xml><?xml version="1.0" encoding="utf-8"?>
<a:theme xmlns:a="http://schemas.openxmlformats.org/drawingml/2006/main" name="TM04033917[[fn=Berlin]]_novariants">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TM04033917[[fn=Berlin]]_novariants" id="{309C13C0-3BE0-4E8F-8916-1D5516B3B5DD}" vid="{18E1BE87-7240-45DF-8788-3CAEB7F17AB1}"/>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TM00001032</Template>
  <TotalTime>0</TotalTime>
  <Words>1</Words>
  <Application>Microsoft Office PowerPoint</Application>
  <PresentationFormat>Широкоэкранный</PresentationFormat>
  <Paragraphs>1</Paragraphs>
  <Slides>12</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TM04033917[[fn=Berlin]]_novariants</vt:lpstr>
      <vt:lpstr>Shazam</vt:lpstr>
      <vt:lpstr>Характеристика</vt:lpstr>
      <vt:lpstr>Алгоритм роботи. 1 крок - пошук у базі зліпків пісень.</vt:lpstr>
      <vt:lpstr>Алгоритм роботи. 1 крок - пошук у базі зліпків пісень.</vt:lpstr>
      <vt:lpstr>Алгоритм роботи. 1 крок - пошук у базі зліпків пісень.</vt:lpstr>
      <vt:lpstr>Алгоритм роботи. 2 крок - фільтрація результатів.</vt:lpstr>
      <vt:lpstr>Алгоритм роботи. 2 крок - фільтрація результатів.</vt:lpstr>
      <vt:lpstr>Алгоритм роботи. 2 крок - фільтрація результатів.</vt:lpstr>
      <vt:lpstr>Алгоритм роботи. 2 крок - фільтрація результатів.</vt:lpstr>
      <vt:lpstr>Алгоритм роботи. 3 крок - узгодженість часу.</vt:lpstr>
      <vt:lpstr>Алгоритм роботи. 3 крок - узгодженість часу.</vt:lpstr>
      <vt:lpstr>Висновок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
  <cp:lastModifiedBy/>
  <cp:revision>139</cp:revision>
  <dcterms:created xsi:type="dcterms:W3CDTF">2021-12-10T10:06:05Z</dcterms:created>
  <dcterms:modified xsi:type="dcterms:W3CDTF">2021-12-10T11:39:38Z</dcterms:modified>
</cp:coreProperties>
</file>